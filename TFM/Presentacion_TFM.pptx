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embeddedFontLst>
    <p:embeddedFont>
      <p:font typeface="Ubuntu"/>
      <p:regular r:id="rId11"/>
      <p:bold r:id="rId12"/>
      <p:italic r:id="rId13"/>
      <p:boldItalic r:id="rId14"/>
    </p:embeddedFont>
    <p:embeddedFont>
      <p:font typeface="Khan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Phjg/5bwKT5+I3fzEnNUhCNq3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Ubuntu-regular.fntdata"/><Relationship Id="rId10" Type="http://schemas.openxmlformats.org/officeDocument/2006/relationships/slide" Target="slides/slide6.xml"/><Relationship Id="rId13" Type="http://schemas.openxmlformats.org/officeDocument/2006/relationships/font" Target="fonts/Ubuntu-italic.fntdata"/><Relationship Id="rId12" Type="http://schemas.openxmlformats.org/officeDocument/2006/relationships/font" Target="fonts/Ubuntu-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Khand-regular.fntdata"/><Relationship Id="rId14" Type="http://schemas.openxmlformats.org/officeDocument/2006/relationships/font" Target="fonts/Ubuntu-boldItalic.fntdata"/><Relationship Id="rId17" Type="http://customschemas.google.com/relationships/presentationmetadata" Target="metadata"/><Relationship Id="rId16" Type="http://schemas.openxmlformats.org/officeDocument/2006/relationships/font" Target="fonts/Khan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4a95f029e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24a95f029e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4a95f029e9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24a95f029e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6"/>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6"/>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21" name="Shape 2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2" name="Shape 22"/>
        <p:cNvGrpSpPr/>
        <p:nvPr/>
      </p:nvGrpSpPr>
      <p:grpSpPr>
        <a:xfrm>
          <a:off x="0" y="0"/>
          <a:ext cx="0" cy="0"/>
          <a:chOff x="0" y="0"/>
          <a:chExt cx="0" cy="0"/>
        </a:xfrm>
      </p:grpSpPr>
      <p:pic>
        <p:nvPicPr>
          <p:cNvPr id="23" name="Google Shape;23;p8"/>
          <p:cNvPicPr preferRelativeResize="0"/>
          <p:nvPr/>
        </p:nvPicPr>
        <p:blipFill rotWithShape="1">
          <a:blip r:embed="rId2">
            <a:alphaModFix/>
          </a:blip>
          <a:srcRect b="0" l="0" r="0" t="0"/>
          <a:stretch/>
        </p:blipFill>
        <p:spPr>
          <a:xfrm>
            <a:off x="11452095" y="5813378"/>
            <a:ext cx="739906" cy="104462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4" name="Shape 24"/>
        <p:cNvGrpSpPr/>
        <p:nvPr/>
      </p:nvGrpSpPr>
      <p:grpSpPr>
        <a:xfrm>
          <a:off x="0" y="0"/>
          <a:ext cx="0" cy="0"/>
          <a:chOff x="0" y="0"/>
          <a:chExt cx="0" cy="0"/>
        </a:xfrm>
      </p:grpSpPr>
      <p:sp>
        <p:nvSpPr>
          <p:cNvPr id="25" name="Google Shape;25;p9"/>
          <p:cNvSpPr/>
          <p:nvPr/>
        </p:nvSpPr>
        <p:spPr>
          <a:xfrm>
            <a:off x="11498522" y="241906"/>
            <a:ext cx="499873" cy="480663"/>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26" name="Google Shape;26;p9"/>
          <p:cNvSpPr/>
          <p:nvPr/>
        </p:nvSpPr>
        <p:spPr>
          <a:xfrm>
            <a:off x="11497921" y="239304"/>
            <a:ext cx="501075" cy="485866"/>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27" name="Google Shape;27;p9"/>
          <p:cNvSpPr/>
          <p:nvPr/>
        </p:nvSpPr>
        <p:spPr>
          <a:xfrm>
            <a:off x="11500923" y="237504"/>
            <a:ext cx="495071" cy="489468"/>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28" name="Google Shape;28;p9"/>
          <p:cNvSpPr/>
          <p:nvPr/>
        </p:nvSpPr>
        <p:spPr>
          <a:xfrm>
            <a:off x="11496721" y="236703"/>
            <a:ext cx="503475" cy="491069"/>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29" name="Google Shape;29;p9"/>
          <p:cNvSpPr/>
          <p:nvPr/>
        </p:nvSpPr>
        <p:spPr>
          <a:xfrm>
            <a:off x="11490117" y="233301"/>
            <a:ext cx="516682" cy="497872"/>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30" name="Google Shape;30;p9"/>
          <p:cNvSpPr/>
          <p:nvPr/>
        </p:nvSpPr>
        <p:spPr>
          <a:xfrm>
            <a:off x="11490918" y="241906"/>
            <a:ext cx="515082" cy="480663"/>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31" name="Google Shape;31;p9"/>
          <p:cNvSpPr/>
          <p:nvPr/>
        </p:nvSpPr>
        <p:spPr>
          <a:xfrm>
            <a:off x="11497722" y="245308"/>
            <a:ext cx="501474" cy="473858"/>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32" name="Google Shape;32;p9"/>
          <p:cNvSpPr/>
          <p:nvPr/>
        </p:nvSpPr>
        <p:spPr>
          <a:xfrm>
            <a:off x="11494520" y="225097"/>
            <a:ext cx="507878" cy="51428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33" name="Google Shape;33;p9"/>
          <p:cNvSpPr txBox="1"/>
          <p:nvPr/>
        </p:nvSpPr>
        <p:spPr>
          <a:xfrm>
            <a:off x="11565578" y="327152"/>
            <a:ext cx="36576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1400">
                <a:solidFill>
                  <a:schemeClr val="lt1"/>
                </a:solidFill>
                <a:latin typeface="Khand"/>
                <a:ea typeface="Khand"/>
                <a:cs typeface="Khand"/>
                <a:sym typeface="Khand"/>
              </a:rPr>
              <a:t>‹#›</a:t>
            </a:fld>
            <a:endParaRPr b="0" i="0" sz="1400">
              <a:solidFill>
                <a:schemeClr val="lt1"/>
              </a:solidFill>
              <a:latin typeface="Khand"/>
              <a:ea typeface="Khand"/>
              <a:cs typeface="Khand"/>
              <a:sym typeface="Khand"/>
            </a:endParaRPr>
          </a:p>
        </p:txBody>
      </p:sp>
      <p:sp>
        <p:nvSpPr>
          <p:cNvPr id="34" name="Google Shape;34;p9"/>
          <p:cNvSpPr txBox="1"/>
          <p:nvPr/>
        </p:nvSpPr>
        <p:spPr>
          <a:xfrm>
            <a:off x="168589" y="6487665"/>
            <a:ext cx="8137211" cy="2308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a:solidFill>
                  <a:srgbClr val="C9C9C9"/>
                </a:solidFill>
                <a:latin typeface="Khand"/>
                <a:ea typeface="Khand"/>
                <a:cs typeface="Khand"/>
                <a:sym typeface="Khand"/>
              </a:rPr>
              <a:t>https://sportsdatacampus.com – Sports Data Campus /Big Data International Campus / ENIIT (Innova IT Busines School) </a:t>
            </a:r>
            <a:endParaRPr b="0" i="0" sz="800" u="none">
              <a:solidFill>
                <a:srgbClr val="C9C9C9"/>
              </a:solidFill>
              <a:latin typeface="Khand"/>
              <a:ea typeface="Khand"/>
              <a:cs typeface="Khand"/>
              <a:sym typeface="Khand"/>
            </a:endParaRPr>
          </a:p>
        </p:txBody>
      </p:sp>
      <p:pic>
        <p:nvPicPr>
          <p:cNvPr id="35" name="Google Shape;35;p9"/>
          <p:cNvPicPr preferRelativeResize="0"/>
          <p:nvPr/>
        </p:nvPicPr>
        <p:blipFill rotWithShape="1">
          <a:blip r:embed="rId2">
            <a:alphaModFix/>
          </a:blip>
          <a:srcRect b="0" l="0" r="0" t="0"/>
          <a:stretch/>
        </p:blipFill>
        <p:spPr>
          <a:xfrm>
            <a:off x="11452095" y="5813378"/>
            <a:ext cx="739906" cy="10446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500"/>
                                        <p:tgtEl>
                                          <p:spTgt spid="25"/>
                                        </p:tgtEl>
                                      </p:cBhvr>
                                    </p:animEffect>
                                  </p:childTnLst>
                                </p:cTn>
                              </p:par>
                              <p:par>
                                <p:cTn fill="hold" nodeType="with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500"/>
                                        <p:tgtEl>
                                          <p:spTgt spid="26"/>
                                        </p:tgtEl>
                                      </p:cBhvr>
                                    </p:animEffect>
                                  </p:childTnLst>
                                </p:cTn>
                              </p:par>
                              <p:par>
                                <p:cTn fill="hold" nodeType="withEffect" presetClass="entr" presetID="10" presetSubtype="0">
                                  <p:stCondLst>
                                    <p:cond delay="0"/>
                                  </p:stCondLst>
                                  <p:childTnLst>
                                    <p:set>
                                      <p:cBhvr>
                                        <p:cTn dur="1" fill="hold">
                                          <p:stCondLst>
                                            <p:cond delay="0"/>
                                          </p:stCondLst>
                                        </p:cTn>
                                        <p:tgtEl>
                                          <p:spTgt spid="27"/>
                                        </p:tgtEl>
                                        <p:attrNameLst>
                                          <p:attrName>style.visibility</p:attrName>
                                        </p:attrNameLst>
                                      </p:cBhvr>
                                      <p:to>
                                        <p:strVal val="visible"/>
                                      </p:to>
                                    </p:set>
                                    <p:animEffect filter="fade" transition="in">
                                      <p:cBhvr>
                                        <p:cTn dur="500"/>
                                        <p:tgtEl>
                                          <p:spTgt spid="27"/>
                                        </p:tgtEl>
                                      </p:cBhvr>
                                    </p:animEffect>
                                  </p:childTnLst>
                                </p:cTn>
                              </p:par>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500"/>
                                        <p:tgtEl>
                                          <p:spTgt spid="28"/>
                                        </p:tgtEl>
                                      </p:cBhvr>
                                    </p:animEffect>
                                  </p:childTnLst>
                                </p:cTn>
                              </p:par>
                              <p:par>
                                <p:cTn fill="hold" nodeType="withEffect" presetClass="entr" presetID="10" presetSubtype="0">
                                  <p:stCondLst>
                                    <p:cond delay="0"/>
                                  </p:stCondLst>
                                  <p:childTnLst>
                                    <p:set>
                                      <p:cBhvr>
                                        <p:cTn dur="1" fill="hold">
                                          <p:stCondLst>
                                            <p:cond delay="0"/>
                                          </p:stCondLst>
                                        </p:cTn>
                                        <p:tgtEl>
                                          <p:spTgt spid="29"/>
                                        </p:tgtEl>
                                        <p:attrNameLst>
                                          <p:attrName>style.visibility</p:attrName>
                                        </p:attrNameLst>
                                      </p:cBhvr>
                                      <p:to>
                                        <p:strVal val="visible"/>
                                      </p:to>
                                    </p:set>
                                    <p:animEffect filter="fade" transition="in">
                                      <p:cBhvr>
                                        <p:cTn dur="500"/>
                                        <p:tgtEl>
                                          <p:spTgt spid="29"/>
                                        </p:tgtEl>
                                      </p:cBhvr>
                                    </p:animEffect>
                                  </p:childTnLst>
                                </p:cTn>
                              </p:par>
                              <p:par>
                                <p:cTn fill="hold" nodeType="withEffect" presetClass="entr" presetID="10" presetSubtype="0">
                                  <p:stCondLst>
                                    <p:cond delay="0"/>
                                  </p:stCondLst>
                                  <p:childTnLst>
                                    <p:set>
                                      <p:cBhvr>
                                        <p:cTn dur="1" fill="hold">
                                          <p:stCondLst>
                                            <p:cond delay="0"/>
                                          </p:stCondLst>
                                        </p:cTn>
                                        <p:tgtEl>
                                          <p:spTgt spid="30"/>
                                        </p:tgtEl>
                                        <p:attrNameLst>
                                          <p:attrName>style.visibility</p:attrName>
                                        </p:attrNameLst>
                                      </p:cBhvr>
                                      <p:to>
                                        <p:strVal val="visible"/>
                                      </p:to>
                                    </p:set>
                                    <p:animEffect filter="fade" transition="in">
                                      <p:cBhvr>
                                        <p:cTn dur="500"/>
                                        <p:tgtEl>
                                          <p:spTgt spid="30"/>
                                        </p:tgtEl>
                                      </p:cBhvr>
                                    </p:animEffect>
                                  </p:childTnLst>
                                </p:cTn>
                              </p:par>
                              <p:par>
                                <p:cTn fill="hold" nodeType="with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500"/>
                                        <p:tgtEl>
                                          <p:spTgt spid="31"/>
                                        </p:tgtEl>
                                      </p:cBhvr>
                                    </p:animEffect>
                                  </p:childTnLst>
                                </p:cTn>
                              </p:par>
                              <p:par>
                                <p:cTn fill="hold" nodeType="withEffect" presetClass="entr" presetID="10" presetSubtype="0">
                                  <p:stCondLst>
                                    <p:cond delay="0"/>
                                  </p:stCondLst>
                                  <p:childTnLst>
                                    <p:set>
                                      <p:cBhvr>
                                        <p:cTn dur="1" fill="hold">
                                          <p:stCondLst>
                                            <p:cond delay="0"/>
                                          </p:stCondLst>
                                        </p:cTn>
                                        <p:tgtEl>
                                          <p:spTgt spid="32"/>
                                        </p:tgtEl>
                                        <p:attrNameLst>
                                          <p:attrName>style.visibility</p:attrName>
                                        </p:attrNameLst>
                                      </p:cBhvr>
                                      <p:to>
                                        <p:strVal val="visible"/>
                                      </p:to>
                                    </p:set>
                                    <p:animEffect filter="fade" transition="in">
                                      <p:cBhvr>
                                        <p:cTn dur="500"/>
                                        <p:tgtEl>
                                          <p:spTgt spid="32"/>
                                        </p:tgtEl>
                                      </p:cBhvr>
                                    </p:animEffect>
                                  </p:childTnLst>
                                </p:cTn>
                              </p:par>
                              <p:par>
                                <p:cTn fill="hold" nodeType="withEffect" presetClass="emph" presetID="8" presetSubtype="0">
                                  <p:stCondLst>
                                    <p:cond delay="0"/>
                                  </p:stCondLst>
                                  <p:childTnLst>
                                    <p:animRot by="-21600000">
                                      <p:cBhvr>
                                        <p:cTn dur="2000" fill="hold"/>
                                        <p:tgtEl>
                                          <p:spTgt spid="25"/>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26"/>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27"/>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2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36" name="Shape 36"/>
        <p:cNvGrpSpPr/>
        <p:nvPr/>
      </p:nvGrpSpPr>
      <p:grpSpPr>
        <a:xfrm>
          <a:off x="0" y="0"/>
          <a:ext cx="0" cy="0"/>
          <a:chOff x="0" y="0"/>
          <a:chExt cx="0" cy="0"/>
        </a:xfrm>
      </p:grpSpPr>
      <p:sp>
        <p:nvSpPr>
          <p:cNvPr id="37" name="Google Shape;37;p10"/>
          <p:cNvSpPr/>
          <p:nvPr/>
        </p:nvSpPr>
        <p:spPr>
          <a:xfrm>
            <a:off x="11498522" y="241906"/>
            <a:ext cx="499873" cy="480663"/>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38" name="Google Shape;38;p10"/>
          <p:cNvSpPr/>
          <p:nvPr/>
        </p:nvSpPr>
        <p:spPr>
          <a:xfrm>
            <a:off x="11497921" y="239304"/>
            <a:ext cx="501075" cy="485866"/>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39" name="Google Shape;39;p10"/>
          <p:cNvSpPr/>
          <p:nvPr/>
        </p:nvSpPr>
        <p:spPr>
          <a:xfrm>
            <a:off x="11500923" y="237504"/>
            <a:ext cx="495071" cy="489468"/>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40" name="Google Shape;40;p10"/>
          <p:cNvSpPr/>
          <p:nvPr/>
        </p:nvSpPr>
        <p:spPr>
          <a:xfrm>
            <a:off x="11496721" y="236703"/>
            <a:ext cx="503475" cy="491069"/>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41" name="Google Shape;41;p10"/>
          <p:cNvSpPr/>
          <p:nvPr/>
        </p:nvSpPr>
        <p:spPr>
          <a:xfrm>
            <a:off x="11490117" y="233301"/>
            <a:ext cx="516682" cy="497872"/>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42" name="Google Shape;42;p10"/>
          <p:cNvSpPr/>
          <p:nvPr/>
        </p:nvSpPr>
        <p:spPr>
          <a:xfrm>
            <a:off x="11490918" y="241906"/>
            <a:ext cx="515082" cy="480663"/>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43" name="Google Shape;43;p10"/>
          <p:cNvSpPr/>
          <p:nvPr/>
        </p:nvSpPr>
        <p:spPr>
          <a:xfrm>
            <a:off x="11497722" y="245308"/>
            <a:ext cx="501474" cy="473858"/>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44" name="Google Shape;44;p10"/>
          <p:cNvSpPr/>
          <p:nvPr/>
        </p:nvSpPr>
        <p:spPr>
          <a:xfrm>
            <a:off x="11494520" y="225097"/>
            <a:ext cx="507878" cy="51428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45" name="Google Shape;45;p10"/>
          <p:cNvSpPr txBox="1"/>
          <p:nvPr/>
        </p:nvSpPr>
        <p:spPr>
          <a:xfrm>
            <a:off x="11565578" y="327152"/>
            <a:ext cx="36576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1400">
                <a:solidFill>
                  <a:schemeClr val="lt1"/>
                </a:solidFill>
                <a:latin typeface="Khand"/>
                <a:ea typeface="Khand"/>
                <a:cs typeface="Khand"/>
                <a:sym typeface="Khand"/>
              </a:rPr>
              <a:t>‹#›</a:t>
            </a:fld>
            <a:endParaRPr b="0" i="0" sz="1400">
              <a:solidFill>
                <a:schemeClr val="lt1"/>
              </a:solidFill>
              <a:latin typeface="Khand"/>
              <a:ea typeface="Khand"/>
              <a:cs typeface="Khand"/>
              <a:sym typeface="Khand"/>
            </a:endParaRPr>
          </a:p>
        </p:txBody>
      </p:sp>
      <p:sp>
        <p:nvSpPr>
          <p:cNvPr id="46" name="Google Shape;46;p10"/>
          <p:cNvSpPr txBox="1"/>
          <p:nvPr/>
        </p:nvSpPr>
        <p:spPr>
          <a:xfrm>
            <a:off x="168589" y="6487665"/>
            <a:ext cx="8137211" cy="2308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a:solidFill>
                  <a:schemeClr val="lt1"/>
                </a:solidFill>
                <a:latin typeface="Khand"/>
                <a:ea typeface="Khand"/>
                <a:cs typeface="Khand"/>
                <a:sym typeface="Khand"/>
              </a:rPr>
              <a:t>https://sportsdatacampus.com – Sports Data Campus /Big Data International Campus / ENIIT (Innova IT Busines School) </a:t>
            </a:r>
            <a:endParaRPr b="0" i="0" sz="800" u="none">
              <a:solidFill>
                <a:schemeClr val="lt1"/>
              </a:solidFill>
              <a:latin typeface="Khand"/>
              <a:ea typeface="Khand"/>
              <a:cs typeface="Khand"/>
              <a:sym typeface="Khand"/>
            </a:endParaRPr>
          </a:p>
        </p:txBody>
      </p:sp>
      <p:pic>
        <p:nvPicPr>
          <p:cNvPr id="47" name="Google Shape;47;p10"/>
          <p:cNvPicPr preferRelativeResize="0"/>
          <p:nvPr/>
        </p:nvPicPr>
        <p:blipFill rotWithShape="1">
          <a:blip r:embed="rId2">
            <a:alphaModFix/>
          </a:blip>
          <a:srcRect b="0" l="0" r="0" t="0"/>
          <a:stretch/>
        </p:blipFill>
        <p:spPr>
          <a:xfrm>
            <a:off x="11458986" y="5823106"/>
            <a:ext cx="733015" cy="10348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
                                        </p:tgtEl>
                                        <p:attrNameLst>
                                          <p:attrName>style.visibility</p:attrName>
                                        </p:attrNameLst>
                                      </p:cBhvr>
                                      <p:to>
                                        <p:strVal val="visible"/>
                                      </p:to>
                                    </p:set>
                                    <p:animEffect filter="fade" transition="in">
                                      <p:cBhvr>
                                        <p:cTn dur="500"/>
                                        <p:tgtEl>
                                          <p:spTgt spid="37"/>
                                        </p:tgtEl>
                                      </p:cBhvr>
                                    </p:animEffect>
                                  </p:childTnLst>
                                </p:cTn>
                              </p:par>
                              <p:par>
                                <p:cTn fill="hold" nodeType="withEffect" presetClass="entr" presetID="10" presetSubtype="0">
                                  <p:stCondLst>
                                    <p:cond delay="0"/>
                                  </p:stCondLst>
                                  <p:childTnLst>
                                    <p:set>
                                      <p:cBhvr>
                                        <p:cTn dur="1" fill="hold">
                                          <p:stCondLst>
                                            <p:cond delay="0"/>
                                          </p:stCondLst>
                                        </p:cTn>
                                        <p:tgtEl>
                                          <p:spTgt spid="38"/>
                                        </p:tgtEl>
                                        <p:attrNameLst>
                                          <p:attrName>style.visibility</p:attrName>
                                        </p:attrNameLst>
                                      </p:cBhvr>
                                      <p:to>
                                        <p:strVal val="visible"/>
                                      </p:to>
                                    </p:set>
                                    <p:animEffect filter="fade" transition="in">
                                      <p:cBhvr>
                                        <p:cTn dur="500"/>
                                        <p:tgtEl>
                                          <p:spTgt spid="38"/>
                                        </p:tgtEl>
                                      </p:cBhvr>
                                    </p:animEffect>
                                  </p:childTnLst>
                                </p:cTn>
                              </p:par>
                              <p:par>
                                <p:cTn fill="hold" nodeType="withEffect" presetClass="entr" presetID="10" presetSubtype="0">
                                  <p:stCondLst>
                                    <p:cond delay="0"/>
                                  </p:stCondLst>
                                  <p:childTnLst>
                                    <p:set>
                                      <p:cBhvr>
                                        <p:cTn dur="1" fill="hold">
                                          <p:stCondLst>
                                            <p:cond delay="0"/>
                                          </p:stCondLst>
                                        </p:cTn>
                                        <p:tgtEl>
                                          <p:spTgt spid="39"/>
                                        </p:tgtEl>
                                        <p:attrNameLst>
                                          <p:attrName>style.visibility</p:attrName>
                                        </p:attrNameLst>
                                      </p:cBhvr>
                                      <p:to>
                                        <p:strVal val="visible"/>
                                      </p:to>
                                    </p:set>
                                    <p:animEffect filter="fade" transition="in">
                                      <p:cBhvr>
                                        <p:cTn dur="500"/>
                                        <p:tgtEl>
                                          <p:spTgt spid="39"/>
                                        </p:tgtEl>
                                      </p:cBhvr>
                                    </p:animEffect>
                                  </p:childTnLst>
                                </p:cTn>
                              </p:par>
                              <p:par>
                                <p:cTn fill="hold" nodeType="withEffect" presetClass="entr" presetID="10" presetSubtype="0">
                                  <p:stCondLst>
                                    <p:cond delay="0"/>
                                  </p:stCondLst>
                                  <p:childTnLst>
                                    <p:set>
                                      <p:cBhvr>
                                        <p:cTn dur="1" fill="hold">
                                          <p:stCondLst>
                                            <p:cond delay="0"/>
                                          </p:stCondLst>
                                        </p:cTn>
                                        <p:tgtEl>
                                          <p:spTgt spid="40"/>
                                        </p:tgtEl>
                                        <p:attrNameLst>
                                          <p:attrName>style.visibility</p:attrName>
                                        </p:attrNameLst>
                                      </p:cBhvr>
                                      <p:to>
                                        <p:strVal val="visible"/>
                                      </p:to>
                                    </p:set>
                                    <p:animEffect filter="fade" transition="in">
                                      <p:cBhvr>
                                        <p:cTn dur="500"/>
                                        <p:tgtEl>
                                          <p:spTgt spid="40"/>
                                        </p:tgtEl>
                                      </p:cBhvr>
                                    </p:animEffect>
                                  </p:childTnLst>
                                </p:cTn>
                              </p:par>
                              <p:par>
                                <p:cTn fill="hold" nodeType="withEffect" presetClass="entr" presetID="10" presetSubtype="0">
                                  <p:stCondLst>
                                    <p:cond delay="0"/>
                                  </p:stCondLst>
                                  <p:childTnLst>
                                    <p:set>
                                      <p:cBhvr>
                                        <p:cTn dur="1" fill="hold">
                                          <p:stCondLst>
                                            <p:cond delay="0"/>
                                          </p:stCondLst>
                                        </p:cTn>
                                        <p:tgtEl>
                                          <p:spTgt spid="41"/>
                                        </p:tgtEl>
                                        <p:attrNameLst>
                                          <p:attrName>style.visibility</p:attrName>
                                        </p:attrNameLst>
                                      </p:cBhvr>
                                      <p:to>
                                        <p:strVal val="visible"/>
                                      </p:to>
                                    </p:set>
                                    <p:animEffect filter="fade" transition="in">
                                      <p:cBhvr>
                                        <p:cTn dur="500"/>
                                        <p:tgtEl>
                                          <p:spTgt spid="41"/>
                                        </p:tgtEl>
                                      </p:cBhvr>
                                    </p:animEffect>
                                  </p:childTnLst>
                                </p:cTn>
                              </p:par>
                              <p:par>
                                <p:cTn fill="hold" nodeType="withEffect" presetClass="entr" presetID="10" presetSubtype="0">
                                  <p:stCondLst>
                                    <p:cond delay="0"/>
                                  </p:stCondLst>
                                  <p:childTnLst>
                                    <p:set>
                                      <p:cBhvr>
                                        <p:cTn dur="1" fill="hold">
                                          <p:stCondLst>
                                            <p:cond delay="0"/>
                                          </p:stCondLst>
                                        </p:cTn>
                                        <p:tgtEl>
                                          <p:spTgt spid="42"/>
                                        </p:tgtEl>
                                        <p:attrNameLst>
                                          <p:attrName>style.visibility</p:attrName>
                                        </p:attrNameLst>
                                      </p:cBhvr>
                                      <p:to>
                                        <p:strVal val="visible"/>
                                      </p:to>
                                    </p:set>
                                    <p:animEffect filter="fade" transition="in">
                                      <p:cBhvr>
                                        <p:cTn dur="500"/>
                                        <p:tgtEl>
                                          <p:spTgt spid="42"/>
                                        </p:tgtEl>
                                      </p:cBhvr>
                                    </p:animEffect>
                                  </p:childTnLst>
                                </p:cTn>
                              </p:par>
                              <p:par>
                                <p:cTn fill="hold" nodeType="withEffect" presetClass="entr" presetID="10" presetSubtype="0">
                                  <p:stCondLst>
                                    <p:cond delay="0"/>
                                  </p:stCondLst>
                                  <p:childTnLst>
                                    <p:set>
                                      <p:cBhvr>
                                        <p:cTn dur="1" fill="hold">
                                          <p:stCondLst>
                                            <p:cond delay="0"/>
                                          </p:stCondLst>
                                        </p:cTn>
                                        <p:tgtEl>
                                          <p:spTgt spid="43"/>
                                        </p:tgtEl>
                                        <p:attrNameLst>
                                          <p:attrName>style.visibility</p:attrName>
                                        </p:attrNameLst>
                                      </p:cBhvr>
                                      <p:to>
                                        <p:strVal val="visible"/>
                                      </p:to>
                                    </p:set>
                                    <p:animEffect filter="fade" transition="in">
                                      <p:cBhvr>
                                        <p:cTn dur="500"/>
                                        <p:tgtEl>
                                          <p:spTgt spid="43"/>
                                        </p:tgtEl>
                                      </p:cBhvr>
                                    </p:animEffect>
                                  </p:childTnLst>
                                </p:cTn>
                              </p:par>
                              <p:par>
                                <p:cTn fill="hold" nodeType="withEffect" presetClass="entr" presetID="10" presetSubtype="0">
                                  <p:stCondLst>
                                    <p:cond delay="0"/>
                                  </p:stCondLst>
                                  <p:childTnLst>
                                    <p:set>
                                      <p:cBhvr>
                                        <p:cTn dur="1" fill="hold">
                                          <p:stCondLst>
                                            <p:cond delay="0"/>
                                          </p:stCondLst>
                                        </p:cTn>
                                        <p:tgtEl>
                                          <p:spTgt spid="44"/>
                                        </p:tgtEl>
                                        <p:attrNameLst>
                                          <p:attrName>style.visibility</p:attrName>
                                        </p:attrNameLst>
                                      </p:cBhvr>
                                      <p:to>
                                        <p:strVal val="visible"/>
                                      </p:to>
                                    </p:set>
                                    <p:animEffect filter="fade" transition="in">
                                      <p:cBhvr>
                                        <p:cTn dur="500"/>
                                        <p:tgtEl>
                                          <p:spTgt spid="44"/>
                                        </p:tgtEl>
                                      </p:cBhvr>
                                    </p:animEffect>
                                  </p:childTnLst>
                                </p:cTn>
                              </p:par>
                              <p:par>
                                <p:cTn fill="hold" nodeType="withEffect" presetClass="emph" presetID="8" presetSubtype="0">
                                  <p:stCondLst>
                                    <p:cond delay="0"/>
                                  </p:stCondLst>
                                  <p:childTnLst>
                                    <p:animRot by="-21600000">
                                      <p:cBhvr>
                                        <p:cTn dur="2000" fill="hold"/>
                                        <p:tgtEl>
                                          <p:spTgt spid="37"/>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38"/>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39"/>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4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48" name="Shape 48"/>
        <p:cNvGrpSpPr/>
        <p:nvPr/>
      </p:nvGrpSpPr>
      <p:grpSpPr>
        <a:xfrm>
          <a:off x="0" y="0"/>
          <a:ext cx="0" cy="0"/>
          <a:chOff x="0" y="0"/>
          <a:chExt cx="0" cy="0"/>
        </a:xfrm>
      </p:grpSpPr>
      <p:sp>
        <p:nvSpPr>
          <p:cNvPr id="49" name="Google Shape;49;p11"/>
          <p:cNvSpPr/>
          <p:nvPr/>
        </p:nvSpPr>
        <p:spPr>
          <a:xfrm>
            <a:off x="11498522" y="241906"/>
            <a:ext cx="499873" cy="480663"/>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0" name="Google Shape;50;p11"/>
          <p:cNvSpPr/>
          <p:nvPr/>
        </p:nvSpPr>
        <p:spPr>
          <a:xfrm>
            <a:off x="11497921" y="239304"/>
            <a:ext cx="501075" cy="485866"/>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1" name="Google Shape;51;p11"/>
          <p:cNvSpPr/>
          <p:nvPr/>
        </p:nvSpPr>
        <p:spPr>
          <a:xfrm>
            <a:off x="11500923" y="237504"/>
            <a:ext cx="495071" cy="489468"/>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2" name="Google Shape;52;p11"/>
          <p:cNvSpPr/>
          <p:nvPr/>
        </p:nvSpPr>
        <p:spPr>
          <a:xfrm>
            <a:off x="11496721" y="236703"/>
            <a:ext cx="503475" cy="491069"/>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3" name="Google Shape;53;p11"/>
          <p:cNvSpPr/>
          <p:nvPr/>
        </p:nvSpPr>
        <p:spPr>
          <a:xfrm>
            <a:off x="11490117" y="233301"/>
            <a:ext cx="516682" cy="497872"/>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4" name="Google Shape;54;p11"/>
          <p:cNvSpPr/>
          <p:nvPr/>
        </p:nvSpPr>
        <p:spPr>
          <a:xfrm>
            <a:off x="11490918" y="241906"/>
            <a:ext cx="515082" cy="480663"/>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5" name="Google Shape;55;p11"/>
          <p:cNvSpPr/>
          <p:nvPr/>
        </p:nvSpPr>
        <p:spPr>
          <a:xfrm>
            <a:off x="11497722" y="245308"/>
            <a:ext cx="501474" cy="473858"/>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6" name="Google Shape;56;p11"/>
          <p:cNvSpPr/>
          <p:nvPr/>
        </p:nvSpPr>
        <p:spPr>
          <a:xfrm>
            <a:off x="11494520" y="225097"/>
            <a:ext cx="507878" cy="51428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57" name="Google Shape;57;p11"/>
          <p:cNvSpPr txBox="1"/>
          <p:nvPr/>
        </p:nvSpPr>
        <p:spPr>
          <a:xfrm>
            <a:off x="11565578" y="327152"/>
            <a:ext cx="36576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1400">
                <a:solidFill>
                  <a:schemeClr val="lt1"/>
                </a:solidFill>
                <a:latin typeface="Khand"/>
                <a:ea typeface="Khand"/>
                <a:cs typeface="Khand"/>
                <a:sym typeface="Khand"/>
              </a:rPr>
              <a:t>‹#›</a:t>
            </a:fld>
            <a:endParaRPr b="0" i="0" sz="1400">
              <a:solidFill>
                <a:schemeClr val="lt1"/>
              </a:solidFill>
              <a:latin typeface="Khand"/>
              <a:ea typeface="Khand"/>
              <a:cs typeface="Khand"/>
              <a:sym typeface="Khand"/>
            </a:endParaRPr>
          </a:p>
        </p:txBody>
      </p:sp>
      <p:sp>
        <p:nvSpPr>
          <p:cNvPr id="58" name="Google Shape;58;p11"/>
          <p:cNvSpPr txBox="1"/>
          <p:nvPr/>
        </p:nvSpPr>
        <p:spPr>
          <a:xfrm>
            <a:off x="168589" y="6487665"/>
            <a:ext cx="8137211" cy="2308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a:solidFill>
                  <a:srgbClr val="C9C9C9"/>
                </a:solidFill>
                <a:latin typeface="Khand"/>
                <a:ea typeface="Khand"/>
                <a:cs typeface="Khand"/>
                <a:sym typeface="Khand"/>
              </a:rPr>
              <a:t>https://sportsdatacampus.com – Sports Data Campus /Big Data International Campus / ENIIT (Innova IT Busines School) </a:t>
            </a:r>
            <a:endParaRPr b="0" i="0" sz="800" u="none">
              <a:solidFill>
                <a:srgbClr val="C9C9C9"/>
              </a:solidFill>
              <a:latin typeface="Khand"/>
              <a:ea typeface="Khand"/>
              <a:cs typeface="Khand"/>
              <a:sym typeface="Khand"/>
            </a:endParaRPr>
          </a:p>
        </p:txBody>
      </p:sp>
      <p:sp>
        <p:nvSpPr>
          <p:cNvPr id="59" name="Google Shape;59;p11"/>
          <p:cNvSpPr/>
          <p:nvPr>
            <p:ph idx="2" type="pic"/>
          </p:nvPr>
        </p:nvSpPr>
        <p:spPr>
          <a:xfrm>
            <a:off x="1055688" y="3455088"/>
            <a:ext cx="2520000" cy="1486800"/>
          </a:xfrm>
          <a:prstGeom prst="rect">
            <a:avLst/>
          </a:prstGeom>
          <a:solidFill>
            <a:schemeClr val="accent2"/>
          </a:solidFill>
          <a:ln>
            <a:noFill/>
          </a:ln>
        </p:spPr>
      </p:sp>
      <p:sp>
        <p:nvSpPr>
          <p:cNvPr id="60" name="Google Shape;60;p11"/>
          <p:cNvSpPr/>
          <p:nvPr>
            <p:ph idx="3" type="pic"/>
          </p:nvPr>
        </p:nvSpPr>
        <p:spPr>
          <a:xfrm>
            <a:off x="3575896" y="1989138"/>
            <a:ext cx="2520000" cy="1486800"/>
          </a:xfrm>
          <a:prstGeom prst="rect">
            <a:avLst/>
          </a:prstGeom>
          <a:solidFill>
            <a:schemeClr val="accent2"/>
          </a:solidFill>
          <a:ln>
            <a:noFill/>
          </a:ln>
        </p:spPr>
      </p:sp>
      <p:sp>
        <p:nvSpPr>
          <p:cNvPr id="61" name="Google Shape;61;p11"/>
          <p:cNvSpPr/>
          <p:nvPr>
            <p:ph idx="4" type="pic"/>
          </p:nvPr>
        </p:nvSpPr>
        <p:spPr>
          <a:xfrm>
            <a:off x="6096104" y="3455088"/>
            <a:ext cx="2520000" cy="1486800"/>
          </a:xfrm>
          <a:prstGeom prst="rect">
            <a:avLst/>
          </a:prstGeom>
          <a:solidFill>
            <a:schemeClr val="accent2"/>
          </a:solidFill>
          <a:ln>
            <a:noFill/>
          </a:ln>
        </p:spPr>
      </p:sp>
      <p:sp>
        <p:nvSpPr>
          <p:cNvPr id="62" name="Google Shape;62;p11"/>
          <p:cNvSpPr/>
          <p:nvPr>
            <p:ph idx="5" type="pic"/>
          </p:nvPr>
        </p:nvSpPr>
        <p:spPr>
          <a:xfrm>
            <a:off x="8616313" y="1989138"/>
            <a:ext cx="2520000" cy="1486800"/>
          </a:xfrm>
          <a:prstGeom prst="rect">
            <a:avLst/>
          </a:prstGeom>
          <a:solidFill>
            <a:schemeClr val="accent2"/>
          </a:solidFill>
          <a:ln>
            <a:noFill/>
          </a:ln>
        </p:spPr>
      </p:sp>
      <p:sp>
        <p:nvSpPr>
          <p:cNvPr id="63" name="Google Shape;63;p11"/>
          <p:cNvSpPr txBox="1"/>
          <p:nvPr/>
        </p:nvSpPr>
        <p:spPr>
          <a:xfrm>
            <a:off x="865762" y="1352145"/>
            <a:ext cx="184731" cy="1615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450">
              <a:solidFill>
                <a:schemeClr val="dk1"/>
              </a:solidFill>
              <a:latin typeface="Ubuntu"/>
              <a:ea typeface="Ubuntu"/>
              <a:cs typeface="Ubuntu"/>
              <a:sym typeface="Ubuntu"/>
            </a:endParaRPr>
          </a:p>
        </p:txBody>
      </p:sp>
      <p:pic>
        <p:nvPicPr>
          <p:cNvPr id="64" name="Google Shape;64;p11"/>
          <p:cNvPicPr preferRelativeResize="0"/>
          <p:nvPr/>
        </p:nvPicPr>
        <p:blipFill rotWithShape="1">
          <a:blip r:embed="rId2">
            <a:alphaModFix/>
          </a:blip>
          <a:srcRect b="0" l="0" r="0" t="0"/>
          <a:stretch/>
        </p:blipFill>
        <p:spPr>
          <a:xfrm>
            <a:off x="11452095" y="5813378"/>
            <a:ext cx="739906" cy="10446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par>
                                <p:cTn fill="hold" nodeType="withEffect" presetClass="entr" presetID="10" presetSubtype="0">
                                  <p:stCondLst>
                                    <p:cond delay="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par>
                                <p:cTn fill="hold" nodeType="with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par>
                                <p:cTn fill="hold" nodeType="with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par>
                                <p:cTn fill="hold" nodeType="with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par>
                                <p:cTn fill="hold" nodeType="with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par>
                                <p:cTn fill="hold" nodeType="with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par>
                                <p:cTn fill="hold" nodeType="with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par>
                                <p:cTn fill="hold" nodeType="withEffect" presetClass="emph" presetID="8" presetSubtype="0">
                                  <p:stCondLst>
                                    <p:cond delay="0"/>
                                  </p:stCondLst>
                                  <p:childTnLst>
                                    <p:animRot by="-21600000">
                                      <p:cBhvr>
                                        <p:cTn dur="2000" fill="hold"/>
                                        <p:tgtEl>
                                          <p:spTgt spid="49"/>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50"/>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51"/>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5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5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65" name="Shape 65"/>
        <p:cNvGrpSpPr/>
        <p:nvPr/>
      </p:nvGrpSpPr>
      <p:grpSpPr>
        <a:xfrm>
          <a:off x="0" y="0"/>
          <a:ext cx="0" cy="0"/>
          <a:chOff x="0" y="0"/>
          <a:chExt cx="0" cy="0"/>
        </a:xfrm>
      </p:grpSpPr>
      <p:sp>
        <p:nvSpPr>
          <p:cNvPr id="66" name="Google Shape;66;p12"/>
          <p:cNvSpPr/>
          <p:nvPr/>
        </p:nvSpPr>
        <p:spPr>
          <a:xfrm>
            <a:off x="11498522" y="241906"/>
            <a:ext cx="499873" cy="480663"/>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67" name="Google Shape;67;p12"/>
          <p:cNvSpPr/>
          <p:nvPr/>
        </p:nvSpPr>
        <p:spPr>
          <a:xfrm>
            <a:off x="11497921" y="239304"/>
            <a:ext cx="501075" cy="485866"/>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68" name="Google Shape;68;p12"/>
          <p:cNvSpPr/>
          <p:nvPr/>
        </p:nvSpPr>
        <p:spPr>
          <a:xfrm>
            <a:off x="11500923" y="237504"/>
            <a:ext cx="495071" cy="489468"/>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69" name="Google Shape;69;p12"/>
          <p:cNvSpPr/>
          <p:nvPr/>
        </p:nvSpPr>
        <p:spPr>
          <a:xfrm>
            <a:off x="11496721" y="236703"/>
            <a:ext cx="503475" cy="491069"/>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70" name="Google Shape;70;p12"/>
          <p:cNvSpPr/>
          <p:nvPr/>
        </p:nvSpPr>
        <p:spPr>
          <a:xfrm>
            <a:off x="11490117" y="233301"/>
            <a:ext cx="516682" cy="497872"/>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71" name="Google Shape;71;p12"/>
          <p:cNvSpPr/>
          <p:nvPr/>
        </p:nvSpPr>
        <p:spPr>
          <a:xfrm>
            <a:off x="11490918" y="241906"/>
            <a:ext cx="515082" cy="480663"/>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72" name="Google Shape;72;p12"/>
          <p:cNvSpPr/>
          <p:nvPr/>
        </p:nvSpPr>
        <p:spPr>
          <a:xfrm>
            <a:off x="11497722" y="245308"/>
            <a:ext cx="501474" cy="473858"/>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73" name="Google Shape;73;p12"/>
          <p:cNvSpPr/>
          <p:nvPr/>
        </p:nvSpPr>
        <p:spPr>
          <a:xfrm>
            <a:off x="11494520" y="225097"/>
            <a:ext cx="507878" cy="51428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74" name="Google Shape;74;p12"/>
          <p:cNvSpPr txBox="1"/>
          <p:nvPr/>
        </p:nvSpPr>
        <p:spPr>
          <a:xfrm>
            <a:off x="11565578" y="327152"/>
            <a:ext cx="36576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1400">
                <a:solidFill>
                  <a:schemeClr val="lt1"/>
                </a:solidFill>
                <a:latin typeface="Khand"/>
                <a:ea typeface="Khand"/>
                <a:cs typeface="Khand"/>
                <a:sym typeface="Khand"/>
              </a:rPr>
              <a:t>‹#›</a:t>
            </a:fld>
            <a:endParaRPr b="0" i="0" sz="1400">
              <a:solidFill>
                <a:schemeClr val="lt1"/>
              </a:solidFill>
              <a:latin typeface="Khand"/>
              <a:ea typeface="Khand"/>
              <a:cs typeface="Khand"/>
              <a:sym typeface="Khand"/>
            </a:endParaRPr>
          </a:p>
        </p:txBody>
      </p:sp>
      <p:sp>
        <p:nvSpPr>
          <p:cNvPr id="75" name="Google Shape;75;p12"/>
          <p:cNvSpPr txBox="1"/>
          <p:nvPr/>
        </p:nvSpPr>
        <p:spPr>
          <a:xfrm>
            <a:off x="168589" y="6487665"/>
            <a:ext cx="8137211" cy="2308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a:solidFill>
                  <a:srgbClr val="C9C9C9"/>
                </a:solidFill>
                <a:latin typeface="Khand"/>
                <a:ea typeface="Khand"/>
                <a:cs typeface="Khand"/>
                <a:sym typeface="Khand"/>
              </a:rPr>
              <a:t>https://sportsdatacampus.com – Sports Data Campus /Big Data International Campus / ENIIT (Innova IT Busines School) </a:t>
            </a:r>
            <a:endParaRPr b="0" i="0" sz="800" u="none">
              <a:solidFill>
                <a:srgbClr val="C9C9C9"/>
              </a:solidFill>
              <a:latin typeface="Khand"/>
              <a:ea typeface="Khand"/>
              <a:cs typeface="Khand"/>
              <a:sym typeface="Khand"/>
            </a:endParaRPr>
          </a:p>
        </p:txBody>
      </p:sp>
      <p:sp>
        <p:nvSpPr>
          <p:cNvPr id="76" name="Google Shape;76;p12"/>
          <p:cNvSpPr/>
          <p:nvPr>
            <p:ph idx="2" type="pic"/>
          </p:nvPr>
        </p:nvSpPr>
        <p:spPr>
          <a:xfrm>
            <a:off x="916105" y="1905231"/>
            <a:ext cx="2232000" cy="3600000"/>
          </a:xfrm>
          <a:prstGeom prst="rect">
            <a:avLst/>
          </a:prstGeom>
          <a:solidFill>
            <a:schemeClr val="accent2"/>
          </a:solidFill>
          <a:ln>
            <a:noFill/>
          </a:ln>
        </p:spPr>
      </p:sp>
      <p:sp>
        <p:nvSpPr>
          <p:cNvPr id="77" name="Google Shape;77;p12"/>
          <p:cNvSpPr/>
          <p:nvPr>
            <p:ph idx="3" type="pic"/>
          </p:nvPr>
        </p:nvSpPr>
        <p:spPr>
          <a:xfrm>
            <a:off x="3619863" y="1905231"/>
            <a:ext cx="2232000" cy="3600000"/>
          </a:xfrm>
          <a:prstGeom prst="rect">
            <a:avLst/>
          </a:prstGeom>
          <a:solidFill>
            <a:schemeClr val="accent2"/>
          </a:solidFill>
          <a:ln>
            <a:noFill/>
          </a:ln>
        </p:spPr>
      </p:sp>
      <p:sp>
        <p:nvSpPr>
          <p:cNvPr id="78" name="Google Shape;78;p12"/>
          <p:cNvSpPr/>
          <p:nvPr>
            <p:ph idx="4" type="pic"/>
          </p:nvPr>
        </p:nvSpPr>
        <p:spPr>
          <a:xfrm>
            <a:off x="6313607" y="1905231"/>
            <a:ext cx="2232000" cy="3600000"/>
          </a:xfrm>
          <a:prstGeom prst="rect">
            <a:avLst/>
          </a:prstGeom>
          <a:solidFill>
            <a:schemeClr val="accent2"/>
          </a:solidFill>
          <a:ln>
            <a:noFill/>
          </a:ln>
        </p:spPr>
      </p:sp>
      <p:sp>
        <p:nvSpPr>
          <p:cNvPr id="79" name="Google Shape;79;p12"/>
          <p:cNvSpPr/>
          <p:nvPr>
            <p:ph idx="5" type="pic"/>
          </p:nvPr>
        </p:nvSpPr>
        <p:spPr>
          <a:xfrm>
            <a:off x="9019229" y="1905231"/>
            <a:ext cx="2232000" cy="3600000"/>
          </a:xfrm>
          <a:prstGeom prst="rect">
            <a:avLst/>
          </a:prstGeom>
          <a:solidFill>
            <a:schemeClr val="accent2"/>
          </a:solidFill>
          <a:ln>
            <a:noFill/>
          </a:ln>
        </p:spPr>
      </p:sp>
      <p:pic>
        <p:nvPicPr>
          <p:cNvPr id="80" name="Google Shape;80;p12"/>
          <p:cNvPicPr preferRelativeResize="0"/>
          <p:nvPr/>
        </p:nvPicPr>
        <p:blipFill rotWithShape="1">
          <a:blip r:embed="rId2">
            <a:alphaModFix/>
          </a:blip>
          <a:srcRect b="0" l="0" r="0" t="0"/>
          <a:stretch/>
        </p:blipFill>
        <p:spPr>
          <a:xfrm>
            <a:off x="11452095" y="5813378"/>
            <a:ext cx="739906" cy="10446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par>
                                <p:cTn fill="hold" nodeType="with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par>
                                <p:cTn fill="hold" nodeType="with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500"/>
                                        <p:tgtEl>
                                          <p:spTgt spid="72"/>
                                        </p:tgtEl>
                                      </p:cBhvr>
                                    </p:animEffect>
                                  </p:childTnLst>
                                </p:cTn>
                              </p:par>
                              <p:par>
                                <p:cTn fill="hold" nodeType="with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500"/>
                                        <p:tgtEl>
                                          <p:spTgt spid="73"/>
                                        </p:tgtEl>
                                      </p:cBhvr>
                                    </p:animEffect>
                                  </p:childTnLst>
                                </p:cTn>
                              </p:par>
                              <p:par>
                                <p:cTn fill="hold" nodeType="withEffect" presetClass="emph" presetID="8" presetSubtype="0">
                                  <p:stCondLst>
                                    <p:cond delay="0"/>
                                  </p:stCondLst>
                                  <p:childTnLst>
                                    <p:animRot by="-21600000">
                                      <p:cBhvr>
                                        <p:cTn dur="2000" fill="hold"/>
                                        <p:tgtEl>
                                          <p:spTgt spid="66"/>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67"/>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68"/>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6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7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7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7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7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81" name="Shape 81"/>
        <p:cNvGrpSpPr/>
        <p:nvPr/>
      </p:nvGrpSpPr>
      <p:grpSpPr>
        <a:xfrm>
          <a:off x="0" y="0"/>
          <a:ext cx="0" cy="0"/>
          <a:chOff x="0" y="0"/>
          <a:chExt cx="0" cy="0"/>
        </a:xfrm>
      </p:grpSpPr>
      <p:sp>
        <p:nvSpPr>
          <p:cNvPr id="82" name="Google Shape;82;p13"/>
          <p:cNvSpPr/>
          <p:nvPr/>
        </p:nvSpPr>
        <p:spPr>
          <a:xfrm>
            <a:off x="11498522" y="241906"/>
            <a:ext cx="499873" cy="480663"/>
          </a:xfrm>
          <a:custGeom>
            <a:rect b="b" l="l" r="r" t="t"/>
            <a:pathLst>
              <a:path extrusionOk="0" h="640" w="663">
                <a:moveTo>
                  <a:pt x="635" y="320"/>
                </a:moveTo>
                <a:cubicBezTo>
                  <a:pt x="663" y="501"/>
                  <a:pt x="500" y="640"/>
                  <a:pt x="318" y="640"/>
                </a:cubicBezTo>
                <a:cubicBezTo>
                  <a:pt x="175" y="640"/>
                  <a:pt x="0" y="520"/>
                  <a:pt x="13" y="307"/>
                </a:cubicBezTo>
                <a:cubicBezTo>
                  <a:pt x="25" y="89"/>
                  <a:pt x="164" y="0"/>
                  <a:pt x="330" y="0"/>
                </a:cubicBezTo>
                <a:cubicBezTo>
                  <a:pt x="493" y="0"/>
                  <a:pt x="605" y="123"/>
                  <a:pt x="635"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3" name="Google Shape;83;p13"/>
          <p:cNvSpPr/>
          <p:nvPr/>
        </p:nvSpPr>
        <p:spPr>
          <a:xfrm>
            <a:off x="11497921" y="239304"/>
            <a:ext cx="501075" cy="485866"/>
          </a:xfrm>
          <a:custGeom>
            <a:rect b="b" l="l" r="r" t="t"/>
            <a:pathLst>
              <a:path extrusionOk="0" h="647" w="665">
                <a:moveTo>
                  <a:pt x="650" y="323"/>
                </a:moveTo>
                <a:cubicBezTo>
                  <a:pt x="637" y="499"/>
                  <a:pt x="561" y="613"/>
                  <a:pt x="348" y="632"/>
                </a:cubicBezTo>
                <a:cubicBezTo>
                  <a:pt x="171" y="647"/>
                  <a:pt x="52" y="518"/>
                  <a:pt x="26" y="343"/>
                </a:cubicBezTo>
                <a:cubicBezTo>
                  <a:pt x="0" y="157"/>
                  <a:pt x="170" y="0"/>
                  <a:pt x="348" y="11"/>
                </a:cubicBezTo>
                <a:cubicBezTo>
                  <a:pt x="556" y="23"/>
                  <a:pt x="665" y="131"/>
                  <a:pt x="650" y="323"/>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4" name="Google Shape;84;p13"/>
          <p:cNvSpPr/>
          <p:nvPr/>
        </p:nvSpPr>
        <p:spPr>
          <a:xfrm>
            <a:off x="11500923" y="237504"/>
            <a:ext cx="495071" cy="489468"/>
          </a:xfrm>
          <a:custGeom>
            <a:rect b="b" l="l" r="r" t="t"/>
            <a:pathLst>
              <a:path extrusionOk="0" h="652" w="657">
                <a:moveTo>
                  <a:pt x="657" y="309"/>
                </a:moveTo>
                <a:cubicBezTo>
                  <a:pt x="657" y="487"/>
                  <a:pt x="513" y="628"/>
                  <a:pt x="336" y="639"/>
                </a:cubicBezTo>
                <a:cubicBezTo>
                  <a:pt x="106" y="652"/>
                  <a:pt x="0" y="495"/>
                  <a:pt x="0" y="318"/>
                </a:cubicBezTo>
                <a:cubicBezTo>
                  <a:pt x="0" y="140"/>
                  <a:pt x="110" y="0"/>
                  <a:pt x="328" y="0"/>
                </a:cubicBezTo>
                <a:cubicBezTo>
                  <a:pt x="506" y="0"/>
                  <a:pt x="657" y="132"/>
                  <a:pt x="657" y="309"/>
                </a:cubicBezTo>
                <a:close/>
              </a:path>
            </a:pathLst>
          </a:custGeom>
          <a:gradFill>
            <a:gsLst>
              <a:gs pos="0">
                <a:schemeClr val="accent1"/>
              </a:gs>
              <a:gs pos="100000">
                <a:srgbClr val="670B24">
                  <a:alpha val="29803"/>
                </a:srgbClr>
              </a:gs>
            </a:gsLst>
            <a:lin ang="42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5" name="Google Shape;85;p13"/>
          <p:cNvSpPr/>
          <p:nvPr/>
        </p:nvSpPr>
        <p:spPr>
          <a:xfrm>
            <a:off x="11496721" y="236703"/>
            <a:ext cx="503475" cy="491069"/>
          </a:xfrm>
          <a:custGeom>
            <a:rect b="b" l="l" r="r" t="t"/>
            <a:pathLst>
              <a:path extrusionOk="0" h="654" w="668">
                <a:moveTo>
                  <a:pt x="668" y="322"/>
                </a:moveTo>
                <a:cubicBezTo>
                  <a:pt x="668" y="500"/>
                  <a:pt x="502" y="654"/>
                  <a:pt x="325" y="654"/>
                </a:cubicBezTo>
                <a:cubicBezTo>
                  <a:pt x="147" y="654"/>
                  <a:pt x="0" y="520"/>
                  <a:pt x="10" y="343"/>
                </a:cubicBezTo>
                <a:cubicBezTo>
                  <a:pt x="25" y="87"/>
                  <a:pt x="159" y="0"/>
                  <a:pt x="337" y="0"/>
                </a:cubicBezTo>
                <a:cubicBezTo>
                  <a:pt x="526" y="0"/>
                  <a:pt x="668" y="145"/>
                  <a:pt x="668" y="322"/>
                </a:cubicBezTo>
                <a:close/>
              </a:path>
            </a:pathLst>
          </a:custGeom>
          <a:gradFill>
            <a:gsLst>
              <a:gs pos="0">
                <a:schemeClr val="accent1"/>
              </a:gs>
              <a:gs pos="100000">
                <a:srgbClr val="670B24">
                  <a:alpha val="29803"/>
                </a:srgbClr>
              </a:gs>
            </a:gsLst>
            <a:lin ang="7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6" name="Google Shape;86;p13"/>
          <p:cNvSpPr/>
          <p:nvPr/>
        </p:nvSpPr>
        <p:spPr>
          <a:xfrm>
            <a:off x="11490117" y="233301"/>
            <a:ext cx="516682" cy="497872"/>
          </a:xfrm>
          <a:custGeom>
            <a:rect b="b" l="l" r="r" t="t"/>
            <a:pathLst>
              <a:path extrusionOk="0" h="663" w="686">
                <a:moveTo>
                  <a:pt x="672" y="343"/>
                </a:moveTo>
                <a:cubicBezTo>
                  <a:pt x="659" y="519"/>
                  <a:pt x="555" y="663"/>
                  <a:pt x="358" y="663"/>
                </a:cubicBezTo>
                <a:cubicBezTo>
                  <a:pt x="180" y="663"/>
                  <a:pt x="32" y="507"/>
                  <a:pt x="16" y="331"/>
                </a:cubicBezTo>
                <a:cubicBezTo>
                  <a:pt x="0" y="152"/>
                  <a:pt x="158" y="0"/>
                  <a:pt x="360" y="0"/>
                </a:cubicBezTo>
                <a:cubicBezTo>
                  <a:pt x="574" y="0"/>
                  <a:pt x="686" y="168"/>
                  <a:pt x="672" y="343"/>
                </a:cubicBezTo>
                <a:close/>
              </a:path>
            </a:pathLst>
          </a:custGeom>
          <a:gradFill>
            <a:gsLst>
              <a:gs pos="0">
                <a:schemeClr val="accent1"/>
              </a:gs>
              <a:gs pos="100000">
                <a:srgbClr val="670B24">
                  <a:alpha val="29803"/>
                </a:srgbClr>
              </a:gs>
            </a:gsLst>
            <a:lin ang="168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7" name="Google Shape;87;p13"/>
          <p:cNvSpPr/>
          <p:nvPr/>
        </p:nvSpPr>
        <p:spPr>
          <a:xfrm>
            <a:off x="11490918" y="241906"/>
            <a:ext cx="515082" cy="480663"/>
          </a:xfrm>
          <a:custGeom>
            <a:rect b="b" l="l" r="r" t="t"/>
            <a:pathLst>
              <a:path extrusionOk="0" h="640" w="684">
                <a:moveTo>
                  <a:pt x="657" y="320"/>
                </a:moveTo>
                <a:cubicBezTo>
                  <a:pt x="684" y="500"/>
                  <a:pt x="522" y="640"/>
                  <a:pt x="339" y="640"/>
                </a:cubicBezTo>
                <a:cubicBezTo>
                  <a:pt x="197" y="640"/>
                  <a:pt x="0" y="593"/>
                  <a:pt x="20" y="327"/>
                </a:cubicBezTo>
                <a:cubicBezTo>
                  <a:pt x="41" y="47"/>
                  <a:pt x="186" y="0"/>
                  <a:pt x="352" y="0"/>
                </a:cubicBezTo>
                <a:cubicBezTo>
                  <a:pt x="515" y="0"/>
                  <a:pt x="626" y="123"/>
                  <a:pt x="657" y="320"/>
                </a:cubicBezTo>
                <a:close/>
              </a:path>
            </a:pathLst>
          </a:custGeom>
          <a:gradFill>
            <a:gsLst>
              <a:gs pos="0">
                <a:schemeClr val="accent1"/>
              </a:gs>
              <a:gs pos="100000">
                <a:srgbClr val="670B24">
                  <a:alpha val="29803"/>
                </a:srgbClr>
              </a:gs>
            </a:gsLst>
            <a:lin ang="60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8" name="Google Shape;88;p13"/>
          <p:cNvSpPr/>
          <p:nvPr/>
        </p:nvSpPr>
        <p:spPr>
          <a:xfrm>
            <a:off x="11497722" y="245308"/>
            <a:ext cx="501474" cy="473858"/>
          </a:xfrm>
          <a:custGeom>
            <a:rect b="b" l="l" r="r" t="t"/>
            <a:pathLst>
              <a:path extrusionOk="0" h="631" w="666">
                <a:moveTo>
                  <a:pt x="652" y="320"/>
                </a:moveTo>
                <a:cubicBezTo>
                  <a:pt x="638" y="497"/>
                  <a:pt x="582" y="631"/>
                  <a:pt x="349" y="630"/>
                </a:cubicBezTo>
                <a:cubicBezTo>
                  <a:pt x="172" y="629"/>
                  <a:pt x="56" y="533"/>
                  <a:pt x="28" y="340"/>
                </a:cubicBezTo>
                <a:cubicBezTo>
                  <a:pt x="0" y="155"/>
                  <a:pt x="188" y="0"/>
                  <a:pt x="366" y="10"/>
                </a:cubicBezTo>
                <a:cubicBezTo>
                  <a:pt x="574" y="22"/>
                  <a:pt x="666" y="128"/>
                  <a:pt x="652" y="320"/>
                </a:cubicBezTo>
                <a:close/>
              </a:path>
            </a:pathLst>
          </a:custGeom>
          <a:gradFill>
            <a:gsLst>
              <a:gs pos="0">
                <a:schemeClr val="accent1"/>
              </a:gs>
              <a:gs pos="100000">
                <a:srgbClr val="670B24">
                  <a:alpha val="29803"/>
                </a:srgbClr>
              </a:gs>
            </a:gsLst>
            <a:lin ang="960000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89" name="Google Shape;89;p13"/>
          <p:cNvSpPr/>
          <p:nvPr/>
        </p:nvSpPr>
        <p:spPr>
          <a:xfrm>
            <a:off x="11494520" y="225097"/>
            <a:ext cx="507878" cy="514281"/>
          </a:xfrm>
          <a:custGeom>
            <a:rect b="b" l="l" r="r" t="t"/>
            <a:pathLst>
              <a:path extrusionOk="0" h="685" w="674">
                <a:moveTo>
                  <a:pt x="661" y="344"/>
                </a:moveTo>
                <a:cubicBezTo>
                  <a:pt x="647" y="521"/>
                  <a:pt x="594" y="635"/>
                  <a:pt x="378" y="661"/>
                </a:cubicBezTo>
                <a:cubicBezTo>
                  <a:pt x="180" y="685"/>
                  <a:pt x="19" y="510"/>
                  <a:pt x="11" y="333"/>
                </a:cubicBezTo>
                <a:cubicBezTo>
                  <a:pt x="0" y="111"/>
                  <a:pt x="168" y="0"/>
                  <a:pt x="371" y="0"/>
                </a:cubicBezTo>
                <a:cubicBezTo>
                  <a:pt x="584" y="0"/>
                  <a:pt x="674" y="169"/>
                  <a:pt x="661" y="344"/>
                </a:cubicBezTo>
                <a:close/>
              </a:path>
            </a:pathLst>
          </a:custGeom>
          <a:gradFill>
            <a:gsLst>
              <a:gs pos="0">
                <a:schemeClr val="accent1"/>
              </a:gs>
              <a:gs pos="100000">
                <a:srgbClr val="670B24">
                  <a:alpha val="29803"/>
                </a:srgbClr>
              </a:gs>
            </a:gsLst>
            <a:lin ang="0" scaled="0"/>
          </a:gradFill>
          <a:ln>
            <a:noFill/>
          </a:ln>
        </p:spPr>
        <p:txBody>
          <a:bodyPr anchorCtr="0" anchor="t" bIns="91425" lIns="182875" spcFirstLastPara="1" rIns="182875" wrap="square" tIns="91425">
            <a:noAutofit/>
          </a:bodyPr>
          <a:lstStyle/>
          <a:p>
            <a:pPr indent="0" lvl="0" marL="0" marR="0" rtl="0" algn="l">
              <a:spcBef>
                <a:spcPts val="0"/>
              </a:spcBef>
              <a:spcAft>
                <a:spcPts val="0"/>
              </a:spcAft>
              <a:buNone/>
            </a:pPr>
            <a:r>
              <a:t/>
            </a:r>
            <a:endParaRPr b="0" i="0" sz="7200">
              <a:solidFill>
                <a:schemeClr val="dk1"/>
              </a:solidFill>
              <a:latin typeface="Khand"/>
              <a:ea typeface="Khand"/>
              <a:cs typeface="Khand"/>
              <a:sym typeface="Khand"/>
            </a:endParaRPr>
          </a:p>
        </p:txBody>
      </p:sp>
      <p:sp>
        <p:nvSpPr>
          <p:cNvPr id="90" name="Google Shape;90;p13"/>
          <p:cNvSpPr txBox="1"/>
          <p:nvPr/>
        </p:nvSpPr>
        <p:spPr>
          <a:xfrm>
            <a:off x="11565578" y="327152"/>
            <a:ext cx="36576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1400">
                <a:solidFill>
                  <a:schemeClr val="lt1"/>
                </a:solidFill>
                <a:latin typeface="Khand"/>
                <a:ea typeface="Khand"/>
                <a:cs typeface="Khand"/>
                <a:sym typeface="Khand"/>
              </a:rPr>
              <a:t>‹#›</a:t>
            </a:fld>
            <a:endParaRPr b="0" i="0" sz="1400">
              <a:solidFill>
                <a:schemeClr val="lt1"/>
              </a:solidFill>
              <a:latin typeface="Khand"/>
              <a:ea typeface="Khand"/>
              <a:cs typeface="Khand"/>
              <a:sym typeface="Khand"/>
            </a:endParaRPr>
          </a:p>
        </p:txBody>
      </p:sp>
      <p:sp>
        <p:nvSpPr>
          <p:cNvPr id="91" name="Google Shape;91;p13"/>
          <p:cNvSpPr txBox="1"/>
          <p:nvPr/>
        </p:nvSpPr>
        <p:spPr>
          <a:xfrm>
            <a:off x="168589" y="6487665"/>
            <a:ext cx="8137211" cy="2308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a:solidFill>
                  <a:srgbClr val="C9C9C9"/>
                </a:solidFill>
                <a:latin typeface="Khand"/>
                <a:ea typeface="Khand"/>
                <a:cs typeface="Khand"/>
                <a:sym typeface="Khand"/>
              </a:rPr>
              <a:t>https://sportsdatacampus.com – Sports Data Campus /Big Data International Campus / ENIIT (Innova IT Busines School) </a:t>
            </a:r>
            <a:endParaRPr b="0" i="0" sz="800" u="none">
              <a:solidFill>
                <a:srgbClr val="C9C9C9"/>
              </a:solidFill>
              <a:latin typeface="Khand"/>
              <a:ea typeface="Khand"/>
              <a:cs typeface="Khand"/>
              <a:sym typeface="Khand"/>
            </a:endParaRPr>
          </a:p>
        </p:txBody>
      </p:sp>
      <p:sp>
        <p:nvSpPr>
          <p:cNvPr id="92" name="Google Shape;92;p13"/>
          <p:cNvSpPr/>
          <p:nvPr>
            <p:ph idx="2" type="pic"/>
          </p:nvPr>
        </p:nvSpPr>
        <p:spPr>
          <a:xfrm>
            <a:off x="1222377" y="1674846"/>
            <a:ext cx="3106739" cy="2016211"/>
          </a:xfrm>
          <a:prstGeom prst="rect">
            <a:avLst/>
          </a:prstGeom>
          <a:solidFill>
            <a:schemeClr val="accent2"/>
          </a:solidFill>
          <a:ln>
            <a:noFill/>
          </a:ln>
        </p:spPr>
      </p:sp>
      <p:sp>
        <p:nvSpPr>
          <p:cNvPr id="93" name="Google Shape;93;p13"/>
          <p:cNvSpPr/>
          <p:nvPr>
            <p:ph idx="3" type="pic"/>
          </p:nvPr>
        </p:nvSpPr>
        <p:spPr>
          <a:xfrm>
            <a:off x="4533786" y="1674846"/>
            <a:ext cx="3106739" cy="2016211"/>
          </a:xfrm>
          <a:prstGeom prst="rect">
            <a:avLst/>
          </a:prstGeom>
          <a:solidFill>
            <a:schemeClr val="accent2"/>
          </a:solidFill>
          <a:ln>
            <a:noFill/>
          </a:ln>
        </p:spPr>
      </p:sp>
      <p:sp>
        <p:nvSpPr>
          <p:cNvPr id="94" name="Google Shape;94;p13"/>
          <p:cNvSpPr/>
          <p:nvPr>
            <p:ph idx="4" type="pic"/>
          </p:nvPr>
        </p:nvSpPr>
        <p:spPr>
          <a:xfrm>
            <a:off x="7858049" y="1674846"/>
            <a:ext cx="3106739" cy="2016211"/>
          </a:xfrm>
          <a:prstGeom prst="rect">
            <a:avLst/>
          </a:prstGeom>
          <a:solidFill>
            <a:schemeClr val="accent2"/>
          </a:solidFill>
          <a:ln>
            <a:noFill/>
          </a:ln>
        </p:spPr>
      </p:sp>
      <p:sp>
        <p:nvSpPr>
          <p:cNvPr id="95" name="Google Shape;95;p13"/>
          <p:cNvSpPr/>
          <p:nvPr>
            <p:ph idx="5" type="pic"/>
          </p:nvPr>
        </p:nvSpPr>
        <p:spPr>
          <a:xfrm>
            <a:off x="1222377" y="3906758"/>
            <a:ext cx="3106739" cy="2016211"/>
          </a:xfrm>
          <a:prstGeom prst="rect">
            <a:avLst/>
          </a:prstGeom>
          <a:solidFill>
            <a:schemeClr val="accent2"/>
          </a:solidFill>
          <a:ln>
            <a:noFill/>
          </a:ln>
        </p:spPr>
      </p:sp>
      <p:sp>
        <p:nvSpPr>
          <p:cNvPr id="96" name="Google Shape;96;p13"/>
          <p:cNvSpPr/>
          <p:nvPr>
            <p:ph idx="6" type="pic"/>
          </p:nvPr>
        </p:nvSpPr>
        <p:spPr>
          <a:xfrm>
            <a:off x="4533786" y="3906758"/>
            <a:ext cx="3106739" cy="2016211"/>
          </a:xfrm>
          <a:prstGeom prst="rect">
            <a:avLst/>
          </a:prstGeom>
          <a:solidFill>
            <a:schemeClr val="accent2"/>
          </a:solidFill>
          <a:ln>
            <a:noFill/>
          </a:ln>
        </p:spPr>
      </p:sp>
      <p:sp>
        <p:nvSpPr>
          <p:cNvPr id="97" name="Google Shape;97;p13"/>
          <p:cNvSpPr/>
          <p:nvPr>
            <p:ph idx="7" type="pic"/>
          </p:nvPr>
        </p:nvSpPr>
        <p:spPr>
          <a:xfrm>
            <a:off x="7858049" y="3906758"/>
            <a:ext cx="3106739" cy="2016211"/>
          </a:xfrm>
          <a:prstGeom prst="rect">
            <a:avLst/>
          </a:prstGeom>
          <a:solidFill>
            <a:schemeClr val="accent2"/>
          </a:solidFill>
          <a:ln>
            <a:noFill/>
          </a:ln>
        </p:spPr>
      </p:sp>
      <p:pic>
        <p:nvPicPr>
          <p:cNvPr id="98" name="Google Shape;98;p13"/>
          <p:cNvPicPr preferRelativeResize="0"/>
          <p:nvPr/>
        </p:nvPicPr>
        <p:blipFill rotWithShape="1">
          <a:blip r:embed="rId2">
            <a:alphaModFix/>
          </a:blip>
          <a:srcRect b="0" l="0" r="0" t="0"/>
          <a:stretch/>
        </p:blipFill>
        <p:spPr>
          <a:xfrm>
            <a:off x="11452095" y="5813378"/>
            <a:ext cx="739906" cy="10446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par>
                                <p:cTn fill="hold" nodeType="with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par>
                                <p:cTn fill="hold" nodeType="with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par>
                                <p:cTn fill="hold" nodeType="with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par>
                                <p:cTn fill="hold" nodeType="with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par>
                                <p:cTn fill="hold" nodeType="with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par>
                                <p:cTn fill="hold" nodeType="withEffect" presetClass="emph" presetID="8" presetSubtype="0">
                                  <p:stCondLst>
                                    <p:cond delay="0"/>
                                  </p:stCondLst>
                                  <p:childTnLst>
                                    <p:animRot by="-21600000">
                                      <p:cBhvr>
                                        <p:cTn dur="2000" fill="hold"/>
                                        <p:tgtEl>
                                          <p:spTgt spid="82"/>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83"/>
                                        </p:tgtEl>
                                        <p:attrNameLst>
                                          <p:attrName>r</p:attrName>
                                        </p:attrNameLst>
                                      </p:cBhvr>
                                    </p:animRot>
                                  </p:childTnLst>
                                </p:cTn>
                              </p:par>
                              <p:par>
                                <p:cTn fill="hold" nodeType="withEffect" presetClass="emph" presetID="8" presetSubtype="0">
                                  <p:stCondLst>
                                    <p:cond delay="0"/>
                                  </p:stCondLst>
                                  <p:childTnLst>
                                    <p:animRot by="-21600000">
                                      <p:cBhvr>
                                        <p:cTn dur="2500" fill="hold"/>
                                        <p:tgtEl>
                                          <p:spTgt spid="84"/>
                                        </p:tgtEl>
                                        <p:attrNameLst>
                                          <p:attrName>r</p:attrName>
                                        </p:attrNameLst>
                                      </p:cBhvr>
                                    </p:animRot>
                                  </p:childTnLst>
                                </p:cTn>
                              </p:par>
                              <p:par>
                                <p:cTn fill="hold" nodeType="withEffect" presetClass="emph" presetID="8" presetSubtype="0">
                                  <p:stCondLst>
                                    <p:cond delay="0"/>
                                  </p:stCondLst>
                                  <p:childTnLst>
                                    <p:animRot by="-21600000">
                                      <p:cBhvr>
                                        <p:cTn dur="1500" fill="hold"/>
                                        <p:tgtEl>
                                          <p:spTgt spid="8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8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8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8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8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7">
  <p:cSld name="Slide #27">
    <p:spTree>
      <p:nvGrpSpPr>
        <p:cNvPr id="99" name="Shape 99"/>
        <p:cNvGrpSpPr/>
        <p:nvPr/>
      </p:nvGrpSpPr>
      <p:grpSpPr>
        <a:xfrm>
          <a:off x="0" y="0"/>
          <a:ext cx="0" cy="0"/>
          <a:chOff x="0" y="0"/>
          <a:chExt cx="0" cy="0"/>
        </a:xfrm>
      </p:grpSpPr>
      <p:sp>
        <p:nvSpPr>
          <p:cNvPr id="100" name="Google Shape;100;p14"/>
          <p:cNvSpPr/>
          <p:nvPr>
            <p:ph idx="2" type="pic"/>
          </p:nvPr>
        </p:nvSpPr>
        <p:spPr>
          <a:xfrm>
            <a:off x="0" y="3747861"/>
            <a:ext cx="2911231" cy="3110139"/>
          </a:xfrm>
          <a:prstGeom prst="rect">
            <a:avLst/>
          </a:prstGeom>
          <a:noFill/>
          <a:ln>
            <a:noFill/>
          </a:ln>
        </p:spPr>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5000"/>
              <a:buFont typeface="Khand"/>
              <a:buNone/>
              <a:defRPr b="0" i="0" sz="5000" u="none" cap="none" strike="noStrike">
                <a:solidFill>
                  <a:schemeClr val="dk1"/>
                </a:solidFill>
                <a:latin typeface="Khand"/>
                <a:ea typeface="Khand"/>
                <a:cs typeface="Khand"/>
                <a:sym typeface="Kha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Khand"/>
                <a:ea typeface="Khand"/>
                <a:cs typeface="Khand"/>
                <a:sym typeface="Kh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Khand"/>
                <a:ea typeface="Khand"/>
                <a:cs typeface="Khand"/>
                <a:sym typeface="Kh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Khand"/>
                <a:ea typeface="Khand"/>
                <a:cs typeface="Khand"/>
                <a:sym typeface="Kh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Khand"/>
                <a:ea typeface="Khand"/>
                <a:cs typeface="Khand"/>
                <a:sym typeface="Kh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Khand"/>
                <a:ea typeface="Khand"/>
                <a:cs typeface="Khand"/>
                <a:sym typeface="Kh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Ubuntu"/>
                <a:ea typeface="Ubuntu"/>
                <a:cs typeface="Ubuntu"/>
                <a:sym typeface="Ubuntu"/>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Ubuntu"/>
                <a:ea typeface="Ubuntu"/>
                <a:cs typeface="Ubuntu"/>
                <a:sym typeface="Ubuntu"/>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Ubuntu"/>
                <a:ea typeface="Ubuntu"/>
                <a:cs typeface="Ubuntu"/>
                <a:sym typeface="Ubuntu"/>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Ubuntu"/>
                <a:ea typeface="Ubuntu"/>
                <a:cs typeface="Ubuntu"/>
                <a:sym typeface="Ubuntu"/>
              </a:defRPr>
            </a:lvl9pPr>
          </a:lstStyle>
          <a:p/>
        </p:txBody>
      </p:sp>
      <p:sp>
        <p:nvSpPr>
          <p:cNvPr id="12" name="Google Shape;12;p5"/>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B8B8B"/>
                </a:solidFill>
                <a:latin typeface="Khand"/>
                <a:ea typeface="Khand"/>
                <a:cs typeface="Khand"/>
                <a:sym typeface="Khand"/>
              </a:defRPr>
            </a:lvl1pPr>
            <a:lvl2pPr lvl="1"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2pPr>
            <a:lvl3pPr lvl="2"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3pPr>
            <a:lvl4pPr lvl="3"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4pPr>
            <a:lvl5pPr lvl="4"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5pPr>
            <a:lvl6pPr lvl="5"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6pPr>
            <a:lvl7pPr lvl="6"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7pPr>
            <a:lvl8pPr lvl="7"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8pPr>
            <a:lvl9pPr lvl="8"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9pPr>
          </a:lstStyle>
          <a:p/>
        </p:txBody>
      </p:sp>
      <p:sp>
        <p:nvSpPr>
          <p:cNvPr id="13" name="Google Shape;13;p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B8B8B"/>
                </a:solidFill>
                <a:latin typeface="Khand"/>
                <a:ea typeface="Khand"/>
                <a:cs typeface="Khand"/>
                <a:sym typeface="Khand"/>
              </a:defRPr>
            </a:lvl1pPr>
            <a:lvl2pPr lvl="1"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2pPr>
            <a:lvl3pPr lvl="2"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3pPr>
            <a:lvl4pPr lvl="3"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4pPr>
            <a:lvl5pPr lvl="4"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5pPr>
            <a:lvl6pPr lvl="5"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6pPr>
            <a:lvl7pPr lvl="6"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7pPr>
            <a:lvl8pPr lvl="7"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8pPr>
            <a:lvl9pPr lvl="8" marR="0" rtl="0" algn="l">
              <a:spcBef>
                <a:spcPts val="0"/>
              </a:spcBef>
              <a:spcAft>
                <a:spcPts val="0"/>
              </a:spcAft>
              <a:buSzPts val="1400"/>
              <a:buNone/>
              <a:defRPr b="0" i="0" sz="1800" u="none" cap="none" strike="noStrike">
                <a:solidFill>
                  <a:schemeClr val="dk1"/>
                </a:solidFill>
                <a:latin typeface="Ubuntu"/>
                <a:ea typeface="Ubuntu"/>
                <a:cs typeface="Ubuntu"/>
                <a:sym typeface="Ubuntu"/>
              </a:defRPr>
            </a:lvl9pPr>
          </a:lstStyle>
          <a:p/>
        </p:txBody>
      </p:sp>
      <p:sp>
        <p:nvSpPr>
          <p:cNvPr id="14" name="Google Shape;14;p5"/>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B8B"/>
                </a:solidFill>
                <a:latin typeface="Khand"/>
                <a:ea typeface="Khand"/>
                <a:cs typeface="Khand"/>
                <a:sym typeface="Khand"/>
              </a:defRPr>
            </a:lvl1pPr>
            <a:lvl2pPr indent="0" lvl="1" marL="0" marR="0" rtl="0" algn="r">
              <a:spcBef>
                <a:spcPts val="0"/>
              </a:spcBef>
              <a:buNone/>
              <a:defRPr b="0" i="0" sz="1200" u="none" cap="none" strike="noStrike">
                <a:solidFill>
                  <a:srgbClr val="8B8B8B"/>
                </a:solidFill>
                <a:latin typeface="Khand"/>
                <a:ea typeface="Khand"/>
                <a:cs typeface="Khand"/>
                <a:sym typeface="Khand"/>
              </a:defRPr>
            </a:lvl2pPr>
            <a:lvl3pPr indent="0" lvl="2" marL="0" marR="0" rtl="0" algn="r">
              <a:spcBef>
                <a:spcPts val="0"/>
              </a:spcBef>
              <a:buNone/>
              <a:defRPr b="0" i="0" sz="1200" u="none" cap="none" strike="noStrike">
                <a:solidFill>
                  <a:srgbClr val="8B8B8B"/>
                </a:solidFill>
                <a:latin typeface="Khand"/>
                <a:ea typeface="Khand"/>
                <a:cs typeface="Khand"/>
                <a:sym typeface="Khand"/>
              </a:defRPr>
            </a:lvl3pPr>
            <a:lvl4pPr indent="0" lvl="3" marL="0" marR="0" rtl="0" algn="r">
              <a:spcBef>
                <a:spcPts val="0"/>
              </a:spcBef>
              <a:buNone/>
              <a:defRPr b="0" i="0" sz="1200" u="none" cap="none" strike="noStrike">
                <a:solidFill>
                  <a:srgbClr val="8B8B8B"/>
                </a:solidFill>
                <a:latin typeface="Khand"/>
                <a:ea typeface="Khand"/>
                <a:cs typeface="Khand"/>
                <a:sym typeface="Khand"/>
              </a:defRPr>
            </a:lvl4pPr>
            <a:lvl5pPr indent="0" lvl="4" marL="0" marR="0" rtl="0" algn="r">
              <a:spcBef>
                <a:spcPts val="0"/>
              </a:spcBef>
              <a:buNone/>
              <a:defRPr b="0" i="0" sz="1200" u="none" cap="none" strike="noStrike">
                <a:solidFill>
                  <a:srgbClr val="8B8B8B"/>
                </a:solidFill>
                <a:latin typeface="Khand"/>
                <a:ea typeface="Khand"/>
                <a:cs typeface="Khand"/>
                <a:sym typeface="Khand"/>
              </a:defRPr>
            </a:lvl5pPr>
            <a:lvl6pPr indent="0" lvl="5" marL="0" marR="0" rtl="0" algn="r">
              <a:spcBef>
                <a:spcPts val="0"/>
              </a:spcBef>
              <a:buNone/>
              <a:defRPr b="0" i="0" sz="1200" u="none" cap="none" strike="noStrike">
                <a:solidFill>
                  <a:srgbClr val="8B8B8B"/>
                </a:solidFill>
                <a:latin typeface="Khand"/>
                <a:ea typeface="Khand"/>
                <a:cs typeface="Khand"/>
                <a:sym typeface="Khand"/>
              </a:defRPr>
            </a:lvl6pPr>
            <a:lvl7pPr indent="0" lvl="6" marL="0" marR="0" rtl="0" algn="r">
              <a:spcBef>
                <a:spcPts val="0"/>
              </a:spcBef>
              <a:buNone/>
              <a:defRPr b="0" i="0" sz="1200" u="none" cap="none" strike="noStrike">
                <a:solidFill>
                  <a:srgbClr val="8B8B8B"/>
                </a:solidFill>
                <a:latin typeface="Khand"/>
                <a:ea typeface="Khand"/>
                <a:cs typeface="Khand"/>
                <a:sym typeface="Khand"/>
              </a:defRPr>
            </a:lvl7pPr>
            <a:lvl8pPr indent="0" lvl="7" marL="0" marR="0" rtl="0" algn="r">
              <a:spcBef>
                <a:spcPts val="0"/>
              </a:spcBef>
              <a:buNone/>
              <a:defRPr b="0" i="0" sz="1200" u="none" cap="none" strike="noStrike">
                <a:solidFill>
                  <a:srgbClr val="8B8B8B"/>
                </a:solidFill>
                <a:latin typeface="Khand"/>
                <a:ea typeface="Khand"/>
                <a:cs typeface="Khand"/>
                <a:sym typeface="Khand"/>
              </a:defRPr>
            </a:lvl8pPr>
            <a:lvl9pPr indent="0" lvl="8" marL="0" marR="0" rtl="0" algn="r">
              <a:spcBef>
                <a:spcPts val="0"/>
              </a:spcBef>
              <a:buNone/>
              <a:defRPr b="0" i="0" sz="1200" u="none" cap="none" strike="noStrike">
                <a:solidFill>
                  <a:srgbClr val="8B8B8B"/>
                </a:solidFill>
                <a:latin typeface="Khand"/>
                <a:ea typeface="Khand"/>
                <a:cs typeface="Khand"/>
                <a:sym typeface="Kha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1D5DB"/>
              </a:buClr>
              <a:buSzPts val="5000"/>
              <a:buFont typeface="Arial"/>
              <a:buNone/>
            </a:pPr>
            <a:r>
              <a:rPr b="1" i="0" lang="en-US">
                <a:solidFill>
                  <a:srgbClr val="D1D5DB"/>
                </a:solidFill>
                <a:latin typeface="Arial"/>
                <a:ea typeface="Arial"/>
                <a:cs typeface="Arial"/>
                <a:sym typeface="Arial"/>
              </a:rPr>
              <a:t>Diapositiva de introducción</a:t>
            </a:r>
            <a:r>
              <a:rPr b="0" i="0" lang="en-US">
                <a:solidFill>
                  <a:srgbClr val="D1D5DB"/>
                </a:solidFill>
                <a:latin typeface="Arial"/>
                <a:ea typeface="Arial"/>
                <a:cs typeface="Arial"/>
                <a:sym typeface="Arial"/>
              </a:rPr>
              <a:t>:</a:t>
            </a:r>
            <a:endParaRPr/>
          </a:p>
        </p:txBody>
      </p:sp>
      <p:sp>
        <p:nvSpPr>
          <p:cNvPr id="106" name="Google Shape;106;p1"/>
          <p:cNvSpPr txBox="1"/>
          <p:nvPr>
            <p:ph idx="1" type="body"/>
          </p:nvPr>
        </p:nvSpPr>
        <p:spPr>
          <a:xfrm>
            <a:off x="838200" y="2805339"/>
            <a:ext cx="10515600" cy="286394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1D5DB"/>
              </a:buClr>
              <a:buSzPts val="2800"/>
              <a:buNone/>
            </a:pPr>
            <a:r>
              <a:rPr lang="en-US">
                <a:solidFill>
                  <a:srgbClr val="D1D5DB"/>
                </a:solidFill>
                <a:latin typeface="Arial"/>
                <a:ea typeface="Arial"/>
                <a:cs typeface="Arial"/>
                <a:sym typeface="Arial"/>
              </a:rPr>
              <a:t>Esta diapositiva debe contener el título del proyecto, el nombre del estudiante, la institución y la fecha. También puede incluir un logotipo si es apropiado.</a:t>
            </a:r>
            <a:r>
              <a:rPr lang="en-US">
                <a:solidFill>
                  <a:srgbClr val="D1D5DB"/>
                </a:solidFill>
                <a:latin typeface="Arial"/>
                <a:ea typeface="Arial"/>
                <a:cs typeface="Arial"/>
                <a:sym typeface="Arial"/>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24a95f029e9_0_0"/>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1D5DB"/>
              </a:buClr>
              <a:buSzPts val="5000"/>
              <a:buFont typeface="Arial"/>
              <a:buNone/>
            </a:pPr>
            <a:r>
              <a:rPr b="1" lang="en-US">
                <a:solidFill>
                  <a:srgbClr val="D1D5DB"/>
                </a:solidFill>
                <a:latin typeface="Arial"/>
                <a:ea typeface="Arial"/>
                <a:cs typeface="Arial"/>
                <a:sym typeface="Arial"/>
              </a:rPr>
              <a:t>Alcance</a:t>
            </a:r>
            <a:r>
              <a:rPr b="0" i="0" lang="en-US">
                <a:solidFill>
                  <a:srgbClr val="D1D5DB"/>
                </a:solidFill>
                <a:latin typeface="Arial"/>
                <a:ea typeface="Arial"/>
                <a:cs typeface="Arial"/>
                <a:sym typeface="Arial"/>
              </a:rPr>
              <a:t>:</a:t>
            </a:r>
            <a:endParaRPr/>
          </a:p>
        </p:txBody>
      </p:sp>
      <p:sp>
        <p:nvSpPr>
          <p:cNvPr id="112" name="Google Shape;112;g24a95f029e9_0_0"/>
          <p:cNvSpPr txBox="1"/>
          <p:nvPr>
            <p:ph idx="1" type="body"/>
          </p:nvPr>
        </p:nvSpPr>
        <p:spPr>
          <a:xfrm>
            <a:off x="838200" y="2805339"/>
            <a:ext cx="10515600" cy="2863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1D5DB"/>
              </a:buClr>
              <a:buSzPts val="2800"/>
              <a:buNone/>
            </a:pPr>
            <a:r>
              <a:rPr lang="en-US">
                <a:solidFill>
                  <a:srgbClr val="D1D5DB"/>
                </a:solidFill>
                <a:latin typeface="Arial"/>
                <a:ea typeface="Arial"/>
                <a:cs typeface="Arial"/>
                <a:sym typeface="Arial"/>
              </a:rPr>
              <a:t>Aquí, el estudiante debe describir el alcance del proyecto. Esto podría incluir las áreas de enfoque, las principales actividades que se llevarán a cabo, los métodos que se utilizarán y cualquier limitación que pueda tener el proyecto..</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1D5DB"/>
              </a:buClr>
              <a:buSzPts val="5000"/>
              <a:buFont typeface="Arial"/>
              <a:buNone/>
            </a:pPr>
            <a:r>
              <a:rPr b="1" i="0" lang="en-US">
                <a:solidFill>
                  <a:srgbClr val="D1D5DB"/>
                </a:solidFill>
                <a:latin typeface="Arial"/>
                <a:ea typeface="Arial"/>
                <a:cs typeface="Arial"/>
                <a:sym typeface="Arial"/>
              </a:rPr>
              <a:t>Beneficios para </a:t>
            </a:r>
            <a:r>
              <a:rPr b="1" lang="en-US">
                <a:solidFill>
                  <a:srgbClr val="D1D5DB"/>
                </a:solidFill>
                <a:latin typeface="Arial"/>
                <a:ea typeface="Arial"/>
                <a:cs typeface="Arial"/>
                <a:sym typeface="Arial"/>
              </a:rPr>
              <a:t>la entidad</a:t>
            </a:r>
            <a:r>
              <a:rPr b="0" i="0" lang="en-US">
                <a:solidFill>
                  <a:srgbClr val="D1D5DB"/>
                </a:solidFill>
                <a:latin typeface="Arial"/>
                <a:ea typeface="Arial"/>
                <a:cs typeface="Arial"/>
                <a:sym typeface="Arial"/>
              </a:rPr>
              <a:t>:</a:t>
            </a:r>
            <a:endParaRPr/>
          </a:p>
        </p:txBody>
      </p:sp>
      <p:sp>
        <p:nvSpPr>
          <p:cNvPr id="118" name="Google Shape;118;p4"/>
          <p:cNvSpPr txBox="1"/>
          <p:nvPr>
            <p:ph idx="1" type="body"/>
          </p:nvPr>
        </p:nvSpPr>
        <p:spPr>
          <a:xfrm>
            <a:off x="838200" y="2805339"/>
            <a:ext cx="10515600" cy="286394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1D5DB"/>
              </a:buClr>
              <a:buSzPts val="2800"/>
              <a:buNone/>
            </a:pPr>
            <a:r>
              <a:rPr lang="en-US">
                <a:solidFill>
                  <a:srgbClr val="D1D5DB"/>
                </a:solidFill>
                <a:latin typeface="Arial"/>
                <a:ea typeface="Arial"/>
                <a:cs typeface="Arial"/>
                <a:sym typeface="Arial"/>
              </a:rPr>
              <a:t>En esta diapositiva, el estudiante debe explicar cómo la entidad deportiva se beneficiará de este proyecto. Esto podría incluir cosas como mejorar el rendimiento del equipo, optimizar el scouting, mejorar la toma de decisiones basada en datos, etc..</a:t>
            </a:r>
            <a:endParaRPr>
              <a:solidFill>
                <a:srgbClr val="D1D5DB"/>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1D5DB"/>
              </a:buClr>
              <a:buSzPts val="5000"/>
              <a:buFont typeface="Arial"/>
              <a:buNone/>
            </a:pPr>
            <a:r>
              <a:rPr b="1" i="0" lang="en-US">
                <a:solidFill>
                  <a:srgbClr val="D1D5DB"/>
                </a:solidFill>
                <a:latin typeface="Arial"/>
                <a:ea typeface="Arial"/>
                <a:cs typeface="Arial"/>
                <a:sym typeface="Arial"/>
              </a:rPr>
              <a:t>Objetivo del proyecto</a:t>
            </a:r>
            <a:r>
              <a:rPr b="0" i="0" lang="en-US">
                <a:solidFill>
                  <a:srgbClr val="D1D5DB"/>
                </a:solidFill>
                <a:latin typeface="Arial"/>
                <a:ea typeface="Arial"/>
                <a:cs typeface="Arial"/>
                <a:sym typeface="Arial"/>
              </a:rPr>
              <a:t>:</a:t>
            </a:r>
            <a:endParaRPr/>
          </a:p>
        </p:txBody>
      </p:sp>
      <p:sp>
        <p:nvSpPr>
          <p:cNvPr id="124" name="Google Shape;124;p2"/>
          <p:cNvSpPr txBox="1"/>
          <p:nvPr>
            <p:ph idx="1" type="body"/>
          </p:nvPr>
        </p:nvSpPr>
        <p:spPr>
          <a:xfrm>
            <a:off x="838200" y="2805339"/>
            <a:ext cx="10515600" cy="286394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1D5DB"/>
              </a:buClr>
              <a:buSzPts val="2800"/>
              <a:buNone/>
            </a:pPr>
            <a:r>
              <a:rPr b="0" i="0" lang="en-US">
                <a:solidFill>
                  <a:srgbClr val="D1D5DB"/>
                </a:solidFill>
                <a:latin typeface="Arial"/>
                <a:ea typeface="Arial"/>
                <a:cs typeface="Arial"/>
                <a:sym typeface="Arial"/>
              </a:rPr>
              <a:t>Aquí el estudiante debe describir brevemente el propósito del</a:t>
            </a:r>
            <a:r>
              <a:rPr lang="en-US">
                <a:solidFill>
                  <a:srgbClr val="D1D5DB"/>
                </a:solidFill>
                <a:latin typeface="Arial"/>
                <a:ea typeface="Arial"/>
                <a:cs typeface="Arial"/>
                <a:sym typeface="Arial"/>
              </a:rPr>
              <a:t> </a:t>
            </a:r>
            <a:r>
              <a:rPr b="0" i="0" lang="en-US">
                <a:solidFill>
                  <a:srgbClr val="D1D5DB"/>
                </a:solidFill>
                <a:latin typeface="Arial"/>
                <a:ea typeface="Arial"/>
                <a:cs typeface="Arial"/>
                <a:sym typeface="Arial"/>
              </a:rPr>
              <a:t>pr</a:t>
            </a:r>
            <a:r>
              <a:rPr lang="en-US">
                <a:solidFill>
                  <a:srgbClr val="D1D5DB"/>
                </a:solidFill>
                <a:latin typeface="Arial"/>
                <a:ea typeface="Arial"/>
                <a:cs typeface="Arial"/>
                <a:sym typeface="Arial"/>
              </a:rPr>
              <a:t>oyecto</a:t>
            </a:r>
            <a:r>
              <a:rPr b="0" i="0" lang="en-US">
                <a:solidFill>
                  <a:srgbClr val="D1D5DB"/>
                </a:solidFill>
                <a:latin typeface="Arial"/>
                <a:ea typeface="Arial"/>
                <a:cs typeface="Arial"/>
                <a:sym typeface="Arial"/>
              </a:rPr>
              <a:t>. Debe ser claro y conciso, explicando qué se espera lograr con el proyecto (</a:t>
            </a:r>
            <a:r>
              <a:rPr lang="en-US">
                <a:solidFill>
                  <a:srgbClr val="D1D5DB"/>
                </a:solidFill>
                <a:latin typeface="Arial"/>
                <a:ea typeface="Arial"/>
                <a:cs typeface="Arial"/>
                <a:sym typeface="Arial"/>
              </a:rPr>
              <a:t>G</a:t>
            </a:r>
            <a:r>
              <a:rPr b="0" i="0" lang="en-US">
                <a:solidFill>
                  <a:srgbClr val="D1D5DB"/>
                </a:solidFill>
                <a:latin typeface="Arial"/>
                <a:ea typeface="Arial"/>
                <a:cs typeface="Arial"/>
                <a:sym typeface="Arial"/>
              </a:rPr>
              <a:t>enerales y </a:t>
            </a:r>
            <a:r>
              <a:rPr lang="en-US">
                <a:solidFill>
                  <a:srgbClr val="D1D5DB"/>
                </a:solidFill>
                <a:latin typeface="Arial"/>
                <a:ea typeface="Arial"/>
                <a:cs typeface="Arial"/>
                <a:sym typeface="Arial"/>
              </a:rPr>
              <a:t>específicos</a:t>
            </a:r>
            <a:r>
              <a:rPr b="0" i="0" lang="en-US">
                <a:solidFill>
                  <a:srgbClr val="D1D5DB"/>
                </a:solidFill>
                <a:latin typeface="Arial"/>
                <a:ea typeface="Arial"/>
                <a:cs typeface="Arial"/>
                <a:sym typeface="Arial"/>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1D5DB"/>
              </a:buClr>
              <a:buSzPts val="5000"/>
              <a:buFont typeface="Arial"/>
              <a:buNone/>
            </a:pPr>
            <a:r>
              <a:rPr b="1" i="0" lang="en-US">
                <a:solidFill>
                  <a:srgbClr val="D1D5DB"/>
                </a:solidFill>
                <a:latin typeface="Arial"/>
                <a:ea typeface="Arial"/>
                <a:cs typeface="Arial"/>
                <a:sym typeface="Arial"/>
              </a:rPr>
              <a:t>Descripción del proyecto</a:t>
            </a:r>
            <a:r>
              <a:rPr b="0" i="0" lang="en-US">
                <a:solidFill>
                  <a:srgbClr val="D1D5DB"/>
                </a:solidFill>
                <a:latin typeface="Arial"/>
                <a:ea typeface="Arial"/>
                <a:cs typeface="Arial"/>
                <a:sym typeface="Arial"/>
              </a:rPr>
              <a:t>:</a:t>
            </a:r>
            <a:endParaRPr/>
          </a:p>
        </p:txBody>
      </p:sp>
      <p:sp>
        <p:nvSpPr>
          <p:cNvPr id="130" name="Google Shape;130;p3"/>
          <p:cNvSpPr txBox="1"/>
          <p:nvPr>
            <p:ph idx="1" type="body"/>
          </p:nvPr>
        </p:nvSpPr>
        <p:spPr>
          <a:xfrm>
            <a:off x="838200" y="2696289"/>
            <a:ext cx="10515600" cy="28638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D1D5DB"/>
              </a:buClr>
              <a:buSzPts val="2800"/>
              <a:buNone/>
            </a:pPr>
            <a:r>
              <a:rPr b="0" i="0" lang="en-US">
                <a:solidFill>
                  <a:srgbClr val="D1D5DB"/>
                </a:solidFill>
                <a:latin typeface="Arial"/>
                <a:ea typeface="Arial"/>
                <a:cs typeface="Arial"/>
                <a:sym typeface="Arial"/>
              </a:rPr>
              <a:t>Esta diapositiva debe contener detalles sobre el proyecto. Esto puede incluir el área de enfoque (por ejemplo, big data, preparación física, scouting, inteligencia artificial, entrenamiento de porteros, etc.), las actividades clave que se llevarán a cabo y los métodos que se utilizarán. </a:t>
            </a:r>
            <a:r>
              <a:rPr lang="en-US">
                <a:solidFill>
                  <a:srgbClr val="D1D5DB"/>
                </a:solidFill>
                <a:latin typeface="Arial"/>
                <a:ea typeface="Arial"/>
                <a:cs typeface="Arial"/>
                <a:sym typeface="Arial"/>
              </a:rPr>
              <a:t>(Incluir </a:t>
            </a:r>
            <a:r>
              <a:rPr lang="en-US">
                <a:solidFill>
                  <a:srgbClr val="D1D5DB"/>
                </a:solidFill>
                <a:latin typeface="Arial"/>
                <a:ea typeface="Arial"/>
                <a:cs typeface="Arial"/>
                <a:sym typeface="Arial"/>
              </a:rPr>
              <a:t>tecnologías</a:t>
            </a:r>
            <a:r>
              <a:rPr lang="en-US">
                <a:solidFill>
                  <a:srgbClr val="D1D5DB"/>
                </a:solidFill>
                <a:latin typeface="Arial"/>
                <a:ea typeface="Arial"/>
                <a:cs typeface="Arial"/>
                <a:sym typeface="Arial"/>
              </a:rPr>
              <a:t> y fuentes de datos)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24a95f029e9_0_5"/>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1D5DB"/>
              </a:buClr>
              <a:buSzPts val="5000"/>
              <a:buFont typeface="Arial"/>
              <a:buNone/>
            </a:pPr>
            <a:r>
              <a:rPr b="1" i="0" lang="en-US">
                <a:solidFill>
                  <a:srgbClr val="D1D5DB"/>
                </a:solidFill>
                <a:latin typeface="Arial"/>
                <a:ea typeface="Arial"/>
                <a:cs typeface="Arial"/>
                <a:sym typeface="Arial"/>
              </a:rPr>
              <a:t>Descripción del </a:t>
            </a:r>
            <a:r>
              <a:rPr b="1" lang="en-US">
                <a:solidFill>
                  <a:srgbClr val="D1D5DB"/>
                </a:solidFill>
                <a:latin typeface="Arial"/>
                <a:ea typeface="Arial"/>
                <a:cs typeface="Arial"/>
                <a:sym typeface="Arial"/>
              </a:rPr>
              <a:t>entregable (MPV)</a:t>
            </a:r>
            <a:r>
              <a:rPr b="0" i="0" lang="en-US">
                <a:solidFill>
                  <a:srgbClr val="D1D5DB"/>
                </a:solidFill>
                <a:latin typeface="Arial"/>
                <a:ea typeface="Arial"/>
                <a:cs typeface="Arial"/>
                <a:sym typeface="Arial"/>
              </a:rPr>
              <a:t>:</a:t>
            </a:r>
            <a:endParaRPr/>
          </a:p>
        </p:txBody>
      </p:sp>
      <p:sp>
        <p:nvSpPr>
          <p:cNvPr id="136" name="Google Shape;136;g24a95f029e9_0_5"/>
          <p:cNvSpPr txBox="1"/>
          <p:nvPr>
            <p:ph idx="1" type="body"/>
          </p:nvPr>
        </p:nvSpPr>
        <p:spPr>
          <a:xfrm>
            <a:off x="838200" y="2696289"/>
            <a:ext cx="10515600" cy="2863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1D5DB"/>
              </a:buClr>
              <a:buSzPts val="2800"/>
              <a:buNone/>
            </a:pPr>
            <a:r>
              <a:rPr lang="en-US">
                <a:solidFill>
                  <a:srgbClr val="D1D5DB"/>
                </a:solidFill>
                <a:latin typeface="Arial"/>
                <a:ea typeface="Arial"/>
                <a:cs typeface="Arial"/>
                <a:sym typeface="Arial"/>
              </a:rPr>
              <a:t>Esta diapositiva debe contener detalles sobre el proyecto y una descripción del producto mínimo viable (MVP). El estudiante debe explicar qué se entregará al final del proyecto y cómo se verá ese entregable.</a:t>
            </a:r>
            <a:endParaRPr>
              <a:solidFill>
                <a:srgbClr val="D1D5DB"/>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ltrasharp">
      <a:dk1>
        <a:srgbClr val="2B2B2B"/>
      </a:dk1>
      <a:lt1>
        <a:srgbClr val="F6F8F8"/>
      </a:lt1>
      <a:dk2>
        <a:srgbClr val="2B2B2B"/>
      </a:dk2>
      <a:lt2>
        <a:srgbClr val="FFFFFF"/>
      </a:lt2>
      <a:accent1>
        <a:srgbClr val="F49E14"/>
      </a:accent1>
      <a:accent2>
        <a:srgbClr val="FA891E"/>
      </a:accent2>
      <a:accent3>
        <a:srgbClr val="FF7427"/>
      </a:accent3>
      <a:accent4>
        <a:srgbClr val="F15131"/>
      </a:accent4>
      <a:accent5>
        <a:srgbClr val="F42D3A"/>
      </a:accent5>
      <a:accent6>
        <a:srgbClr val="CE174A"/>
      </a:accent6>
      <a:hlink>
        <a:srgbClr val="5B9BD5"/>
      </a:hlink>
      <a:folHlink>
        <a:srgbClr val="70AD4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2022-02-21T16:09:15Z</dcterms:created>
</cp:coreProperties>
</file>